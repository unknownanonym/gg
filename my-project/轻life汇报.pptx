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0" r:id="rId2"/>
  </p:sldMasterIdLst>
  <p:notesMasterIdLst>
    <p:notesMasterId r:id="rId25"/>
  </p:notesMasterIdLst>
  <p:sldIdLst>
    <p:sldId id="362" r:id="rId3"/>
    <p:sldId id="363" r:id="rId4"/>
    <p:sldId id="369" r:id="rId5"/>
    <p:sldId id="398" r:id="rId6"/>
    <p:sldId id="399" r:id="rId7"/>
    <p:sldId id="404" r:id="rId8"/>
    <p:sldId id="420" r:id="rId9"/>
    <p:sldId id="396" r:id="rId10"/>
    <p:sldId id="402" r:id="rId11"/>
    <p:sldId id="409" r:id="rId12"/>
    <p:sldId id="405" r:id="rId13"/>
    <p:sldId id="418" r:id="rId14"/>
    <p:sldId id="412" r:id="rId15"/>
    <p:sldId id="413" r:id="rId16"/>
    <p:sldId id="406" r:id="rId17"/>
    <p:sldId id="415" r:id="rId18"/>
    <p:sldId id="416" r:id="rId19"/>
    <p:sldId id="417" r:id="rId20"/>
    <p:sldId id="421" r:id="rId21"/>
    <p:sldId id="414" r:id="rId22"/>
    <p:sldId id="419" r:id="rId23"/>
    <p:sldId id="407"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546A"/>
    <a:srgbClr val="7F7F7F"/>
    <a:srgbClr val="A2A2A2"/>
    <a:srgbClr val="FFFFFF"/>
    <a:srgbClr val="1941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31" autoAdjust="0"/>
    <p:restoredTop sz="96314" autoAdjust="0"/>
  </p:normalViewPr>
  <p:slideViewPr>
    <p:cSldViewPr snapToGrid="0" showGuides="1">
      <p:cViewPr varScale="1">
        <p:scale>
          <a:sx n="81" d="100"/>
          <a:sy n="81" d="100"/>
        </p:scale>
        <p:origin x="715" y="58"/>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9C303D-B686-4E9A-9B4B-6FD30633AA4A}" type="datetimeFigureOut">
              <a:rPr lang="zh-CN" altLang="en-US" smtClean="0"/>
              <a:t>2021-12-28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4DD0AC-7F07-4128-B9A6-9AC6CBCF667D}" type="slidenum">
              <a:rPr lang="zh-CN" altLang="en-US" smtClean="0"/>
              <a:t>‹#›</a:t>
            </a:fld>
            <a:endParaRPr lang="zh-CN" altLang="en-US"/>
          </a:p>
        </p:txBody>
      </p:sp>
    </p:spTree>
    <p:extLst>
      <p:ext uri="{BB962C8B-B14F-4D97-AF65-F5344CB8AC3E}">
        <p14:creationId xmlns:p14="http://schemas.microsoft.com/office/powerpoint/2010/main" val="1753834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918143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457985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701964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540125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4130898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3130596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642923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192775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4256066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912774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732597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502292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9047187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8624077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5404498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1453562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5039650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0278477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9398549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5608053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1670480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DengXian" panose="020F0502020204030204"/>
                <a:ea typeface="DengXian"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266092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圆角矩形 1">
            <a:extLst>
              <a:ext uri="{FF2B5EF4-FFF2-40B4-BE49-F238E27FC236}">
                <a16:creationId xmlns:a16="http://schemas.microsoft.com/office/drawing/2014/main" id="{3B2F64C6-7D5C-BC48-A962-E23F0BFEC084}"/>
              </a:ext>
            </a:extLst>
          </p:cNvPr>
          <p:cNvSpPr/>
          <p:nvPr userDrawn="1"/>
        </p:nvSpPr>
        <p:spPr>
          <a:xfrm>
            <a:off x="200441" y="193607"/>
            <a:ext cx="578289" cy="578289"/>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圆角矩形 2">
            <a:extLst>
              <a:ext uri="{FF2B5EF4-FFF2-40B4-BE49-F238E27FC236}">
                <a16:creationId xmlns:a16="http://schemas.microsoft.com/office/drawing/2014/main" id="{40D463A3-7033-D449-AC8B-08C0EFBF331C}"/>
              </a:ext>
            </a:extLst>
          </p:cNvPr>
          <p:cNvSpPr/>
          <p:nvPr userDrawn="1"/>
        </p:nvSpPr>
        <p:spPr>
          <a:xfrm>
            <a:off x="798672" y="736271"/>
            <a:ext cx="215597" cy="215597"/>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圆角矩形 3">
            <a:extLst>
              <a:ext uri="{FF2B5EF4-FFF2-40B4-BE49-F238E27FC236}">
                <a16:creationId xmlns:a16="http://schemas.microsoft.com/office/drawing/2014/main" id="{CEAD8200-B031-6E4A-87C5-FC095E3A9684}"/>
              </a:ext>
            </a:extLst>
          </p:cNvPr>
          <p:cNvSpPr/>
          <p:nvPr userDrawn="1"/>
        </p:nvSpPr>
        <p:spPr>
          <a:xfrm>
            <a:off x="995732" y="542126"/>
            <a:ext cx="132077" cy="132077"/>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04560685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568590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项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594058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958188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0839775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TextBox 3"/>
          <p:cNvSpPr txBox="1"/>
          <p:nvPr userDrawn="1"/>
        </p:nvSpPr>
        <p:spPr>
          <a:xfrm>
            <a:off x="1691574" y="6625037"/>
            <a:ext cx="1800200"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模板</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http://www.1ppt.com/moban/</a:t>
            </a:r>
            <a:r>
              <a:rPr kumimoji="0" lang="zh-CN" altLang="en-US" sz="100" b="0" i="0" u="none" strike="noStrike" kern="0" cap="none" spc="0" normalizeH="0" baseline="0" noProof="0" dirty="0">
                <a:ln>
                  <a:noFill/>
                </a:ln>
                <a:solidFill>
                  <a:prstClr val="black"/>
                </a:solidFill>
                <a:effectLst/>
                <a:uLnTx/>
                <a:uFillTx/>
              </a:rPr>
              <a:t> </a:t>
            </a:r>
            <a:endParaRPr kumimoji="0" lang="en-US" altLang="zh-CN" sz="1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156675031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20772233"/>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2121798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2021-12-28</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196949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2021-12-28</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049121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279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87166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6" r:id="rId5"/>
    <p:sldLayoutId id="2147483667" r:id="rId6"/>
    <p:sldLayoutId id="2147483668" r:id="rId7"/>
    <p:sldLayoutId id="2147483669" r:id="rId8"/>
  </p:sldLayoutIdLst>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3489907"/>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3.tmp"/><Relationship Id="rId5" Type="http://schemas.openxmlformats.org/officeDocument/2006/relationships/image" Target="../media/image12.tmp"/><Relationship Id="rId4" Type="http://schemas.openxmlformats.org/officeDocument/2006/relationships/image" Target="../media/image11.tmp"/></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8.tmp"/><Relationship Id="rId4" Type="http://schemas.openxmlformats.org/officeDocument/2006/relationships/image" Target="../media/image17.tmp"/></Relationships>
</file>

<file path=ppt/slides/_rels/slide18.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0.tmp"/></Relationships>
</file>

<file path=ppt/slides/_rels/slide19.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3.tmp"/><Relationship Id="rId4" Type="http://schemas.openxmlformats.org/officeDocument/2006/relationships/image" Target="../media/image22.tmp"/></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a:extLst>
              <a:ext uri="{FF2B5EF4-FFF2-40B4-BE49-F238E27FC236}">
                <a16:creationId xmlns:a16="http://schemas.microsoft.com/office/drawing/2014/main" id="{45B1AD47-FBE2-5841-A20B-C19DCB479721}"/>
              </a:ext>
            </a:extLst>
          </p:cNvPr>
          <p:cNvSpPr/>
          <p:nvPr/>
        </p:nvSpPr>
        <p:spPr>
          <a:xfrm>
            <a:off x="6096000" y="2149867"/>
            <a:ext cx="2558265" cy="2558265"/>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文本框 2">
            <a:extLst>
              <a:ext uri="{FF2B5EF4-FFF2-40B4-BE49-F238E27FC236}">
                <a16:creationId xmlns:a16="http://schemas.microsoft.com/office/drawing/2014/main" id="{3C274ABD-D916-2542-98F0-C9BF7EB13301}"/>
              </a:ext>
            </a:extLst>
          </p:cNvPr>
          <p:cNvSpPr txBox="1"/>
          <p:nvPr/>
        </p:nvSpPr>
        <p:spPr>
          <a:xfrm>
            <a:off x="6797210" y="2644169"/>
            <a:ext cx="1415772" cy="15696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600" b="0" i="0" u="none" strike="noStrike" kern="1200" cap="none" spc="0" normalizeH="0" baseline="0" noProof="0" dirty="0">
                <a:ln>
                  <a:noFill/>
                </a:ln>
                <a:solidFill>
                  <a:srgbClr val="44546A"/>
                </a:solidFill>
                <a:effectLst/>
                <a:uLnTx/>
                <a:uFillTx/>
                <a:latin typeface="方正细谭黑简体" panose="02000000000000000000" pitchFamily="2" charset="-122"/>
                <a:ea typeface="方正细谭黑简体" panose="02000000000000000000" pitchFamily="2" charset="-122"/>
                <a:cs typeface="+mn-ea"/>
                <a:sym typeface="+mn-lt"/>
              </a:rPr>
              <a:t>轻</a:t>
            </a:r>
          </a:p>
        </p:txBody>
      </p:sp>
      <p:sp>
        <p:nvSpPr>
          <p:cNvPr id="4" name="文本框 3">
            <a:extLst>
              <a:ext uri="{FF2B5EF4-FFF2-40B4-BE49-F238E27FC236}">
                <a16:creationId xmlns:a16="http://schemas.microsoft.com/office/drawing/2014/main" id="{0998A19B-61FF-9740-BBF1-181AC509CA3D}"/>
              </a:ext>
            </a:extLst>
          </p:cNvPr>
          <p:cNvSpPr txBox="1"/>
          <p:nvPr/>
        </p:nvSpPr>
        <p:spPr>
          <a:xfrm>
            <a:off x="8167021" y="2644169"/>
            <a:ext cx="2268570" cy="15696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600" dirty="0">
                <a:solidFill>
                  <a:srgbClr val="44546A"/>
                </a:solidFill>
                <a:latin typeface="方正细谭黑简体" panose="02000000000000000000" pitchFamily="2" charset="-122"/>
                <a:ea typeface="方正细谭黑简体" panose="02000000000000000000" pitchFamily="2" charset="-122"/>
                <a:cs typeface="+mn-ea"/>
                <a:sym typeface="+mn-lt"/>
              </a:rPr>
              <a:t>Life</a:t>
            </a:r>
            <a:endParaRPr kumimoji="1" lang="zh-CN" altLang="en-US" sz="9600" b="0" i="0" u="none" strike="noStrike" kern="1200" cap="none" spc="0" normalizeH="0" baseline="0" noProof="0" dirty="0">
              <a:ln>
                <a:noFill/>
              </a:ln>
              <a:solidFill>
                <a:srgbClr val="44546A"/>
              </a:solidFill>
              <a:effectLst/>
              <a:uLnTx/>
              <a:uFillTx/>
              <a:latin typeface="方正细谭黑简体" panose="02000000000000000000" pitchFamily="2" charset="-122"/>
              <a:ea typeface="方正细谭黑简体" panose="02000000000000000000" pitchFamily="2" charset="-122"/>
              <a:cs typeface="+mn-ea"/>
              <a:sym typeface="+mn-lt"/>
            </a:endParaRPr>
          </a:p>
        </p:txBody>
      </p:sp>
      <p:sp>
        <p:nvSpPr>
          <p:cNvPr id="5" name="文本框 4">
            <a:extLst>
              <a:ext uri="{FF2B5EF4-FFF2-40B4-BE49-F238E27FC236}">
                <a16:creationId xmlns:a16="http://schemas.microsoft.com/office/drawing/2014/main" id="{C872FFCF-66FB-AF45-82B1-8502CA44FF4E}"/>
              </a:ext>
            </a:extLst>
          </p:cNvPr>
          <p:cNvSpPr txBox="1"/>
          <p:nvPr/>
        </p:nvSpPr>
        <p:spPr>
          <a:xfrm>
            <a:off x="7343334" y="4006001"/>
            <a:ext cx="2988910" cy="461665"/>
          </a:xfrm>
          <a:prstGeom prst="rect">
            <a:avLst/>
          </a:prstGeom>
          <a:noFill/>
        </p:spPr>
        <p:txBody>
          <a:bodyPr wrap="square" rtlCol="0">
            <a:spAutoFit/>
          </a:bodyPr>
          <a:lstStyle/>
          <a:p>
            <a:pPr lvl="0" algn="dist">
              <a:defRPr/>
            </a:pPr>
            <a:r>
              <a:rPr kumimoji="1" lang="en-US" altLang="zh-CN" sz="2400" dirty="0">
                <a:solidFill>
                  <a:prstClr val="white"/>
                </a:solidFill>
                <a:cs typeface="+mn-ea"/>
                <a:sym typeface="+mn-lt"/>
              </a:rPr>
              <a:t>Light </a:t>
            </a:r>
            <a:r>
              <a:rPr kumimoji="1" lang="en-US" altLang="zh-CN" sz="2400" dirty="0">
                <a:solidFill>
                  <a:srgbClr val="44546A"/>
                </a:solidFill>
                <a:cs typeface="+mn-ea"/>
                <a:sym typeface="+mn-lt"/>
              </a:rPr>
              <a:t>Life</a:t>
            </a:r>
            <a:r>
              <a:rPr kumimoji="1" lang="zh-CN" altLang="en-US" sz="2400" b="0" i="0" u="none" strike="noStrike" kern="1200" cap="none" spc="0" normalizeH="0" baseline="0" noProof="0" dirty="0">
                <a:ln>
                  <a:noFill/>
                </a:ln>
                <a:solidFill>
                  <a:srgbClr val="44546A"/>
                </a:solidFill>
                <a:effectLst/>
                <a:uLnTx/>
                <a:uFillTx/>
                <a:cs typeface="+mn-ea"/>
                <a:sym typeface="+mn-lt"/>
              </a:rPr>
              <a:t> </a:t>
            </a:r>
            <a:r>
              <a:rPr kumimoji="1" lang="en-US" altLang="zh-CN" sz="2400" b="0" i="0" u="none" strike="noStrike" kern="1200" cap="none" spc="0" normalizeH="0" baseline="0" noProof="0" dirty="0">
                <a:ln>
                  <a:noFill/>
                </a:ln>
                <a:solidFill>
                  <a:srgbClr val="44546A"/>
                </a:solidFill>
                <a:effectLst/>
                <a:uLnTx/>
                <a:uFillTx/>
                <a:cs typeface="+mn-ea"/>
                <a:sym typeface="+mn-lt"/>
              </a:rPr>
              <a:t>STYLE</a:t>
            </a:r>
            <a:endParaRPr kumimoji="1" lang="zh-CN" altLang="en-US" sz="2400" b="0" i="0" u="none" strike="noStrike" kern="1200" cap="none" spc="0" normalizeH="0" baseline="0" noProof="0" dirty="0">
              <a:ln>
                <a:noFill/>
              </a:ln>
              <a:solidFill>
                <a:srgbClr val="44546A"/>
              </a:solidFill>
              <a:effectLst/>
              <a:uLnTx/>
              <a:uFillTx/>
              <a:cs typeface="+mn-ea"/>
              <a:sym typeface="+mn-lt"/>
            </a:endParaRPr>
          </a:p>
        </p:txBody>
      </p:sp>
      <p:sp>
        <p:nvSpPr>
          <p:cNvPr id="6" name="燕尾形 5">
            <a:extLst>
              <a:ext uri="{FF2B5EF4-FFF2-40B4-BE49-F238E27FC236}">
                <a16:creationId xmlns:a16="http://schemas.microsoft.com/office/drawing/2014/main" id="{36A206C6-F515-B647-BB2D-724BEA5516C3}"/>
              </a:ext>
            </a:extLst>
          </p:cNvPr>
          <p:cNvSpPr/>
          <p:nvPr/>
        </p:nvSpPr>
        <p:spPr>
          <a:xfrm flipH="1">
            <a:off x="10361691" y="4123250"/>
            <a:ext cx="208052" cy="208052"/>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black"/>
              </a:solidFill>
              <a:effectLst/>
              <a:uLnTx/>
              <a:uFillTx/>
              <a:cs typeface="+mn-ea"/>
              <a:sym typeface="+mn-lt"/>
            </a:endParaRPr>
          </a:p>
        </p:txBody>
      </p:sp>
      <p:cxnSp>
        <p:nvCxnSpPr>
          <p:cNvPr id="9" name="直线连接符 8">
            <a:extLst>
              <a:ext uri="{FF2B5EF4-FFF2-40B4-BE49-F238E27FC236}">
                <a16:creationId xmlns:a16="http://schemas.microsoft.com/office/drawing/2014/main" id="{03F90DB6-EF95-A94E-B950-15C2FFD695E1}"/>
              </a:ext>
            </a:extLst>
          </p:cNvPr>
          <p:cNvCxnSpPr>
            <a:cxnSpLocks/>
          </p:cNvCxnSpPr>
          <p:nvPr/>
        </p:nvCxnSpPr>
        <p:spPr>
          <a:xfrm>
            <a:off x="1458859" y="3462407"/>
            <a:ext cx="36620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圆角矩形 9">
            <a:extLst>
              <a:ext uri="{FF2B5EF4-FFF2-40B4-BE49-F238E27FC236}">
                <a16:creationId xmlns:a16="http://schemas.microsoft.com/office/drawing/2014/main" id="{7E43EA85-2B8B-3346-AF16-D0F2109F032B}"/>
              </a:ext>
            </a:extLst>
          </p:cNvPr>
          <p:cNvSpPr/>
          <p:nvPr/>
        </p:nvSpPr>
        <p:spPr>
          <a:xfrm>
            <a:off x="9060621" y="1752538"/>
            <a:ext cx="397329" cy="397329"/>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11" name="圆角矩形 10">
            <a:extLst>
              <a:ext uri="{FF2B5EF4-FFF2-40B4-BE49-F238E27FC236}">
                <a16:creationId xmlns:a16="http://schemas.microsoft.com/office/drawing/2014/main" id="{AD1D2417-1B73-F541-AFC3-687CB0DD43F9}"/>
              </a:ext>
            </a:extLst>
          </p:cNvPr>
          <p:cNvSpPr/>
          <p:nvPr/>
        </p:nvSpPr>
        <p:spPr>
          <a:xfrm>
            <a:off x="9527960" y="2435099"/>
            <a:ext cx="209070" cy="20907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cxnSp>
        <p:nvCxnSpPr>
          <p:cNvPr id="13" name="直线连接符 12">
            <a:extLst>
              <a:ext uri="{FF2B5EF4-FFF2-40B4-BE49-F238E27FC236}">
                <a16:creationId xmlns:a16="http://schemas.microsoft.com/office/drawing/2014/main" id="{EFD419CE-37D8-2447-A0B1-C66323F3A2E3}"/>
              </a:ext>
            </a:extLst>
          </p:cNvPr>
          <p:cNvCxnSpPr>
            <a:cxnSpLocks/>
          </p:cNvCxnSpPr>
          <p:nvPr/>
        </p:nvCxnSpPr>
        <p:spPr>
          <a:xfrm>
            <a:off x="7016366" y="4227276"/>
            <a:ext cx="339777" cy="0"/>
          </a:xfrm>
          <a:prstGeom prst="line">
            <a:avLst/>
          </a:prstGeom>
          <a:ln w="44450" cap="rnd">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8C2E2C5B-FFC3-454B-BC44-DC86A645DCC5}"/>
              </a:ext>
            </a:extLst>
          </p:cNvPr>
          <p:cNvSpPr txBox="1"/>
          <p:nvPr/>
        </p:nvSpPr>
        <p:spPr>
          <a:xfrm>
            <a:off x="1290520" y="3052734"/>
            <a:ext cx="4195636" cy="369332"/>
          </a:xfrm>
          <a:prstGeom prst="rect">
            <a:avLst/>
          </a:prstGeom>
          <a:noFill/>
        </p:spPr>
        <p:txBody>
          <a:bodyPr wrap="none" rtlCol="0">
            <a:spAutoFit/>
          </a:bodyPr>
          <a:lstStyle/>
          <a:p>
            <a:pPr lvl="0" algn="r">
              <a:defRPr/>
            </a:pPr>
            <a:r>
              <a:rPr kumimoji="1" lang="en-US" altLang="zh-CN" sz="1800" b="0" i="0" u="none" strike="noStrike" kern="1200" cap="none" spc="0" normalizeH="0" baseline="0" noProof="0" dirty="0">
                <a:ln>
                  <a:noFill/>
                </a:ln>
                <a:solidFill>
                  <a:srgbClr val="44546A"/>
                </a:solidFill>
                <a:effectLst/>
                <a:uLnTx/>
                <a:uFillTx/>
                <a:cs typeface="+mn-ea"/>
                <a:sym typeface="+mn-lt"/>
              </a:rPr>
              <a:t>2021-12</a:t>
            </a:r>
            <a:r>
              <a:rPr kumimoji="1" lang="zh-CN" altLang="en-US" sz="1800" b="0" i="0" u="none" strike="noStrike" kern="1200" cap="none" spc="0" normalizeH="0" baseline="0" noProof="0" dirty="0">
                <a:ln>
                  <a:noFill/>
                </a:ln>
                <a:solidFill>
                  <a:srgbClr val="44546A"/>
                </a:solidFill>
                <a:effectLst/>
                <a:uLnTx/>
                <a:uFillTx/>
                <a:cs typeface="+mn-ea"/>
                <a:sym typeface="+mn-lt"/>
              </a:rPr>
              <a:t> </a:t>
            </a:r>
            <a:r>
              <a:rPr kumimoji="1" lang="en-US" altLang="zh-CN" dirty="0">
                <a:solidFill>
                  <a:srgbClr val="44546A"/>
                </a:solidFill>
                <a:cs typeface="+mn-ea"/>
                <a:sym typeface="+mn-lt"/>
              </a:rPr>
              <a:t>Graduation Defense Report</a:t>
            </a:r>
            <a:endParaRPr kumimoji="1" lang="zh-CN" altLang="en-US" sz="1800" b="0" i="0" u="none" strike="noStrike" kern="1200" cap="none" spc="0" normalizeH="0" baseline="0" noProof="0" dirty="0">
              <a:ln>
                <a:noFill/>
              </a:ln>
              <a:solidFill>
                <a:srgbClr val="44546A"/>
              </a:solidFill>
              <a:effectLst/>
              <a:uLnTx/>
              <a:uFillTx/>
              <a:cs typeface="+mn-ea"/>
              <a:sym typeface="+mn-lt"/>
            </a:endParaRPr>
          </a:p>
        </p:txBody>
      </p:sp>
      <p:sp>
        <p:nvSpPr>
          <p:cNvPr id="20" name="文本框 19">
            <a:extLst>
              <a:ext uri="{FF2B5EF4-FFF2-40B4-BE49-F238E27FC236}">
                <a16:creationId xmlns:a16="http://schemas.microsoft.com/office/drawing/2014/main" id="{1D2F8C82-91F0-5946-84A6-E0C5D277D461}"/>
              </a:ext>
            </a:extLst>
          </p:cNvPr>
          <p:cNvSpPr txBox="1"/>
          <p:nvPr/>
        </p:nvSpPr>
        <p:spPr>
          <a:xfrm>
            <a:off x="1336939" y="3502749"/>
            <a:ext cx="3249706"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zh-CN" altLang="en-US" sz="2000" dirty="0">
                <a:solidFill>
                  <a:srgbClr val="44546A"/>
                </a:solidFill>
                <a:cs typeface="+mn-ea"/>
                <a:sym typeface="+mn-lt"/>
              </a:rPr>
              <a:t>组员：袁健恒，郑海鹏</a:t>
            </a:r>
            <a:endParaRPr kumimoji="1" lang="en-US" altLang="zh-CN" sz="2000" noProof="0" dirty="0">
              <a:solidFill>
                <a:srgbClr val="44546A"/>
              </a:solidFill>
              <a:cs typeface="+mn-ea"/>
              <a:sym typeface="+mn-lt"/>
            </a:endParaRPr>
          </a:p>
        </p:txBody>
      </p:sp>
      <p:sp>
        <p:nvSpPr>
          <p:cNvPr id="22" name="圆角矩形 21">
            <a:extLst>
              <a:ext uri="{FF2B5EF4-FFF2-40B4-BE49-F238E27FC236}">
                <a16:creationId xmlns:a16="http://schemas.microsoft.com/office/drawing/2014/main" id="{168A35F6-CA46-EB4C-8E2D-BC25192CCD76}"/>
              </a:ext>
            </a:extLst>
          </p:cNvPr>
          <p:cNvSpPr/>
          <p:nvPr/>
        </p:nvSpPr>
        <p:spPr>
          <a:xfrm>
            <a:off x="6255843" y="4972111"/>
            <a:ext cx="209070" cy="20907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16" name="文本框 15">
            <a:extLst>
              <a:ext uri="{FF2B5EF4-FFF2-40B4-BE49-F238E27FC236}">
                <a16:creationId xmlns:a16="http://schemas.microsoft.com/office/drawing/2014/main" id="{F468DA4F-174B-43A7-9013-062481811890}"/>
              </a:ext>
            </a:extLst>
          </p:cNvPr>
          <p:cNvSpPr txBox="1"/>
          <p:nvPr/>
        </p:nvSpPr>
        <p:spPr>
          <a:xfrm>
            <a:off x="1343035" y="3869137"/>
            <a:ext cx="3249706" cy="4001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zh-CN" altLang="en-US" sz="2000" dirty="0">
                <a:solidFill>
                  <a:srgbClr val="44546A"/>
                </a:solidFill>
                <a:cs typeface="+mn-ea"/>
                <a:sym typeface="+mn-lt"/>
              </a:rPr>
              <a:t>指导老师：曾凡涛</a:t>
            </a:r>
            <a:endParaRPr kumimoji="1" lang="en-US" altLang="zh-CN" sz="2000" noProof="0" dirty="0">
              <a:solidFill>
                <a:srgbClr val="44546A"/>
              </a:solidFill>
              <a:cs typeface="+mn-ea"/>
              <a:sym typeface="+mn-lt"/>
            </a:endParaRPr>
          </a:p>
        </p:txBody>
      </p:sp>
    </p:spTree>
    <p:extLst>
      <p:ext uri="{BB962C8B-B14F-4D97-AF65-F5344CB8AC3E}">
        <p14:creationId xmlns:p14="http://schemas.microsoft.com/office/powerpoint/2010/main" val="2547509456"/>
      </p:ext>
    </p:extLst>
  </p:cSld>
  <p:clrMapOvr>
    <a:masterClrMapping/>
  </p:clrMapOvr>
  <mc:AlternateContent xmlns:mc="http://schemas.openxmlformats.org/markup-compatibility/2006" xmlns:p14="http://schemas.microsoft.com/office/powerpoint/2010/main">
    <mc:Choice Requires="p14">
      <p:transition p14:dur="1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heckerboard(across)">
                                      <p:cBhvr>
                                        <p:cTn id="10" dur="500"/>
                                        <p:tgtEl>
                                          <p:spTgt spid="5"/>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heckerboard(across)">
                                      <p:cBhvr>
                                        <p:cTn id="13" dur="500"/>
                                        <p:tgtEl>
                                          <p:spTgt spid="6"/>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checkerboard(across)">
                                      <p:cBhvr>
                                        <p:cTn id="16" dur="500"/>
                                        <p:tgtEl>
                                          <p:spTgt spid="10"/>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checkerboard(across)">
                                      <p:cBhvr>
                                        <p:cTn id="19" dur="500"/>
                                        <p:tgtEl>
                                          <p:spTgt spid="11"/>
                                        </p:tgtEl>
                                      </p:cBhvr>
                                    </p:animEffect>
                                  </p:childTnLst>
                                </p:cTn>
                              </p:par>
                              <p:par>
                                <p:cTn id="20" presetID="5" presetClass="entr" presetSubtype="1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checkerboard(across)">
                                      <p:cBhvr>
                                        <p:cTn id="22" dur="500"/>
                                        <p:tgtEl>
                                          <p:spTgt spid="13"/>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checkerboard(across)">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dissolve">
                                      <p:cBhvr>
                                        <p:cTn id="30" dur="500"/>
                                        <p:tgtEl>
                                          <p:spTgt spid="3"/>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dissolve">
                                      <p:cBhvr>
                                        <p:cTn id="33" dur="500"/>
                                        <p:tgtEl>
                                          <p:spTgt spid="4"/>
                                        </p:tgtEl>
                                      </p:cBhvr>
                                    </p:animEffect>
                                  </p:childTnLst>
                                </p:cTn>
                              </p:par>
                              <p:par>
                                <p:cTn id="34" presetID="3" presetClass="entr" presetSubtype="1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blinds(horizontal)">
                                      <p:cBhvr>
                                        <p:cTn id="36" dur="500"/>
                                        <p:tgtEl>
                                          <p:spTgt spid="9"/>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blinds(horizontal)">
                                      <p:cBhvr>
                                        <p:cTn id="39" dur="500"/>
                                        <p:tgtEl>
                                          <p:spTgt spid="15"/>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blinds(horizontal)">
                                      <p:cBhvr>
                                        <p:cTn id="42" dur="500"/>
                                        <p:tgtEl>
                                          <p:spTgt spid="20"/>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blinds(horizontal)">
                                      <p:cBhvr>
                                        <p:cTn id="4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P spid="6" grpId="0" animBg="1"/>
      <p:bldP spid="10" grpId="0" animBg="1"/>
      <p:bldP spid="11" grpId="0" animBg="1"/>
      <p:bldP spid="15" grpId="0"/>
      <p:bldP spid="20" grpId="0"/>
      <p:bldP spid="22" grpId="0" animBg="1"/>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a:extLst>
              <a:ext uri="{FF2B5EF4-FFF2-40B4-BE49-F238E27FC236}">
                <a16:creationId xmlns:a16="http://schemas.microsoft.com/office/drawing/2014/main" id="{8DA3CB5F-1503-E746-9628-A1BBBFB0E622}"/>
              </a:ext>
            </a:extLst>
          </p:cNvPr>
          <p:cNvSpPr/>
          <p:nvPr/>
        </p:nvSpPr>
        <p:spPr>
          <a:xfrm>
            <a:off x="1377185" y="1908877"/>
            <a:ext cx="2916000" cy="291600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圆角矩形 2">
            <a:extLst>
              <a:ext uri="{FF2B5EF4-FFF2-40B4-BE49-F238E27FC236}">
                <a16:creationId xmlns:a16="http://schemas.microsoft.com/office/drawing/2014/main" id="{4C109A9E-E625-D345-B7EF-011E1E7F394F}"/>
              </a:ext>
            </a:extLst>
          </p:cNvPr>
          <p:cNvSpPr/>
          <p:nvPr/>
        </p:nvSpPr>
        <p:spPr>
          <a:xfrm>
            <a:off x="1377185" y="4764589"/>
            <a:ext cx="397329" cy="397329"/>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圆角矩形 3">
            <a:extLst>
              <a:ext uri="{FF2B5EF4-FFF2-40B4-BE49-F238E27FC236}">
                <a16:creationId xmlns:a16="http://schemas.microsoft.com/office/drawing/2014/main" id="{486E12EB-7092-5646-AEE3-3DE5F1A719B8}"/>
              </a:ext>
            </a:extLst>
          </p:cNvPr>
          <p:cNvSpPr/>
          <p:nvPr/>
        </p:nvSpPr>
        <p:spPr>
          <a:xfrm>
            <a:off x="914622" y="4901681"/>
            <a:ext cx="209070" cy="20907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8" name="圆角矩形 7">
            <a:extLst>
              <a:ext uri="{FF2B5EF4-FFF2-40B4-BE49-F238E27FC236}">
                <a16:creationId xmlns:a16="http://schemas.microsoft.com/office/drawing/2014/main" id="{6B65396D-DE81-BB4E-A0AF-C8CA0D531262}"/>
              </a:ext>
            </a:extLst>
          </p:cNvPr>
          <p:cNvSpPr/>
          <p:nvPr/>
        </p:nvSpPr>
        <p:spPr>
          <a:xfrm>
            <a:off x="4288951" y="2408609"/>
            <a:ext cx="209070" cy="20907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文本框 8">
            <a:extLst>
              <a:ext uri="{FF2B5EF4-FFF2-40B4-BE49-F238E27FC236}">
                <a16:creationId xmlns:a16="http://schemas.microsoft.com/office/drawing/2014/main" id="{D0CEEF81-AB73-7A49-955D-70ED3E67D5F0}"/>
              </a:ext>
            </a:extLst>
          </p:cNvPr>
          <p:cNvSpPr txBox="1"/>
          <p:nvPr/>
        </p:nvSpPr>
        <p:spPr>
          <a:xfrm>
            <a:off x="1852337" y="2721883"/>
            <a:ext cx="1798045" cy="1015663"/>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6000" b="0" i="0" u="none" strike="noStrike" kern="1200" cap="none" spc="0" normalizeH="0" baseline="0" noProof="0" dirty="0">
                <a:ln>
                  <a:noFill/>
                </a:ln>
                <a:solidFill>
                  <a:srgbClr val="44546A"/>
                </a:solidFill>
                <a:effectLst/>
                <a:uLnTx/>
                <a:uFillTx/>
                <a:cs typeface="+mn-ea"/>
                <a:sym typeface="+mn-lt"/>
              </a:rPr>
              <a:t>目录</a:t>
            </a:r>
          </a:p>
        </p:txBody>
      </p:sp>
      <p:sp>
        <p:nvSpPr>
          <p:cNvPr id="11" name="文本框 10">
            <a:extLst>
              <a:ext uri="{FF2B5EF4-FFF2-40B4-BE49-F238E27FC236}">
                <a16:creationId xmlns:a16="http://schemas.microsoft.com/office/drawing/2014/main" id="{0039493F-218F-2343-B26A-CB85AC46D7A3}"/>
              </a:ext>
            </a:extLst>
          </p:cNvPr>
          <p:cNvSpPr txBox="1"/>
          <p:nvPr/>
        </p:nvSpPr>
        <p:spPr>
          <a:xfrm>
            <a:off x="3545478" y="3293523"/>
            <a:ext cx="1798045" cy="4001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2000" b="0" i="0" u="none" strike="noStrike" kern="1200" cap="none" spc="0" normalizeH="0" baseline="0" noProof="0">
                <a:ln>
                  <a:noFill/>
                </a:ln>
                <a:solidFill>
                  <a:prstClr val="white"/>
                </a:solidFill>
                <a:effectLst/>
                <a:uLnTx/>
                <a:uFillTx/>
                <a:cs typeface="+mn-ea"/>
                <a:sym typeface="+mn-lt"/>
              </a:rPr>
              <a:t>CON</a:t>
            </a:r>
            <a:r>
              <a:rPr kumimoji="1" lang="en-US" altLang="zh-CN" sz="2000" b="0" i="0" u="none" strike="noStrike" kern="1200" cap="none" spc="0" normalizeH="0" baseline="0" noProof="0">
                <a:ln>
                  <a:noFill/>
                </a:ln>
                <a:solidFill>
                  <a:srgbClr val="44546A"/>
                </a:solidFill>
                <a:effectLst/>
                <a:uLnTx/>
                <a:uFillTx/>
                <a:cs typeface="+mn-ea"/>
                <a:sym typeface="+mn-lt"/>
              </a:rPr>
              <a:t>TENTS</a:t>
            </a:r>
            <a:endParaRPr kumimoji="1" lang="zh-CN" altLang="en-US" sz="2000" b="0" i="0" u="none" strike="noStrike" kern="1200" cap="none" spc="0" normalizeH="0" baseline="0" noProof="0">
              <a:ln>
                <a:noFill/>
              </a:ln>
              <a:solidFill>
                <a:srgbClr val="44546A"/>
              </a:solidFill>
              <a:effectLst/>
              <a:uLnTx/>
              <a:uFillTx/>
              <a:cs typeface="+mn-ea"/>
              <a:sym typeface="+mn-lt"/>
            </a:endParaRPr>
          </a:p>
        </p:txBody>
      </p:sp>
      <p:sp>
        <p:nvSpPr>
          <p:cNvPr id="13" name="文本框 12">
            <a:extLst>
              <a:ext uri="{FF2B5EF4-FFF2-40B4-BE49-F238E27FC236}">
                <a16:creationId xmlns:a16="http://schemas.microsoft.com/office/drawing/2014/main" id="{4AF5541D-A47E-904C-8025-C2087E61F00F}"/>
              </a:ext>
            </a:extLst>
          </p:cNvPr>
          <p:cNvSpPr txBox="1"/>
          <p:nvPr/>
        </p:nvSpPr>
        <p:spPr>
          <a:xfrm>
            <a:off x="6519553" y="1472540"/>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4000" b="0" i="0" u="none" strike="noStrike" kern="1200" cap="none" spc="0" normalizeH="0" baseline="0" noProof="0" dirty="0">
                <a:ln>
                  <a:noFill/>
                </a:ln>
                <a:solidFill>
                  <a:prstClr val="white">
                    <a:lumMod val="85000"/>
                  </a:prstClr>
                </a:solidFill>
                <a:effectLst/>
                <a:uLnTx/>
                <a:uFillTx/>
                <a:cs typeface="+mn-ea"/>
                <a:sym typeface="+mn-lt"/>
              </a:rPr>
              <a:t>01</a:t>
            </a:r>
            <a:endParaRPr kumimoji="1" lang="zh-CN" altLang="en-US" sz="4000" b="0" i="0" u="none" strike="noStrike" kern="1200" cap="none" spc="0" normalizeH="0" baseline="0" noProof="0" dirty="0">
              <a:ln>
                <a:noFill/>
              </a:ln>
              <a:solidFill>
                <a:prstClr val="white">
                  <a:lumMod val="85000"/>
                </a:prstClr>
              </a:solidFill>
              <a:effectLst/>
              <a:uLnTx/>
              <a:uFillTx/>
              <a:cs typeface="+mn-ea"/>
              <a:sym typeface="+mn-lt"/>
            </a:endParaRPr>
          </a:p>
        </p:txBody>
      </p:sp>
      <p:sp>
        <p:nvSpPr>
          <p:cNvPr id="14" name="文本框 13">
            <a:extLst>
              <a:ext uri="{FF2B5EF4-FFF2-40B4-BE49-F238E27FC236}">
                <a16:creationId xmlns:a16="http://schemas.microsoft.com/office/drawing/2014/main" id="{53E9E365-0A36-084E-ABD0-16598F3CCB7B}"/>
              </a:ext>
            </a:extLst>
          </p:cNvPr>
          <p:cNvSpPr txBox="1"/>
          <p:nvPr/>
        </p:nvSpPr>
        <p:spPr>
          <a:xfrm>
            <a:off x="6519552" y="2556786"/>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4000" b="0" i="0" u="none" strike="noStrike" kern="1200" cap="none" spc="0" normalizeH="0" baseline="0" noProof="0">
                <a:ln>
                  <a:noFill/>
                </a:ln>
                <a:solidFill>
                  <a:prstClr val="white">
                    <a:lumMod val="85000"/>
                  </a:prstClr>
                </a:solidFill>
                <a:effectLst/>
                <a:uLnTx/>
                <a:uFillTx/>
                <a:cs typeface="+mn-ea"/>
                <a:sym typeface="+mn-lt"/>
              </a:rPr>
              <a:t>02</a:t>
            </a:r>
            <a:endParaRPr kumimoji="1" lang="zh-CN" altLang="en-US" sz="4000" b="0" i="0" u="none" strike="noStrike" kern="1200" cap="none" spc="0" normalizeH="0" baseline="0" noProof="0">
              <a:ln>
                <a:noFill/>
              </a:ln>
              <a:solidFill>
                <a:prstClr val="white">
                  <a:lumMod val="85000"/>
                </a:prstClr>
              </a:solidFill>
              <a:effectLst/>
              <a:uLnTx/>
              <a:uFillTx/>
              <a:cs typeface="+mn-ea"/>
              <a:sym typeface="+mn-lt"/>
            </a:endParaRPr>
          </a:p>
        </p:txBody>
      </p:sp>
      <p:sp>
        <p:nvSpPr>
          <p:cNvPr id="15" name="文本框 14">
            <a:extLst>
              <a:ext uri="{FF2B5EF4-FFF2-40B4-BE49-F238E27FC236}">
                <a16:creationId xmlns:a16="http://schemas.microsoft.com/office/drawing/2014/main" id="{0888CCF4-9057-3A4B-893F-9B9BCEC63135}"/>
              </a:ext>
            </a:extLst>
          </p:cNvPr>
          <p:cNvSpPr txBox="1"/>
          <p:nvPr/>
        </p:nvSpPr>
        <p:spPr>
          <a:xfrm>
            <a:off x="6519551" y="3641032"/>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4000" b="0" i="0" u="none" strike="noStrike" kern="1200" cap="none" spc="0" normalizeH="0" baseline="0" noProof="0">
                <a:ln>
                  <a:noFill/>
                </a:ln>
                <a:solidFill>
                  <a:prstClr val="white">
                    <a:lumMod val="85000"/>
                  </a:prstClr>
                </a:solidFill>
                <a:effectLst/>
                <a:uLnTx/>
                <a:uFillTx/>
                <a:cs typeface="+mn-ea"/>
                <a:sym typeface="+mn-lt"/>
              </a:rPr>
              <a:t>03</a:t>
            </a:r>
            <a:endParaRPr kumimoji="1" lang="zh-CN" altLang="en-US" sz="4000" b="0" i="0" u="none" strike="noStrike" kern="1200" cap="none" spc="0" normalizeH="0" baseline="0" noProof="0">
              <a:ln>
                <a:noFill/>
              </a:ln>
              <a:solidFill>
                <a:prstClr val="white">
                  <a:lumMod val="85000"/>
                </a:prstClr>
              </a:solidFill>
              <a:effectLst/>
              <a:uLnTx/>
              <a:uFillTx/>
              <a:cs typeface="+mn-ea"/>
              <a:sym typeface="+mn-lt"/>
            </a:endParaRPr>
          </a:p>
        </p:txBody>
      </p:sp>
      <p:sp>
        <p:nvSpPr>
          <p:cNvPr id="16" name="文本框 15">
            <a:extLst>
              <a:ext uri="{FF2B5EF4-FFF2-40B4-BE49-F238E27FC236}">
                <a16:creationId xmlns:a16="http://schemas.microsoft.com/office/drawing/2014/main" id="{6C447074-1A9B-9E47-9DA9-0DB26DE77D65}"/>
              </a:ext>
            </a:extLst>
          </p:cNvPr>
          <p:cNvSpPr txBox="1"/>
          <p:nvPr/>
        </p:nvSpPr>
        <p:spPr>
          <a:xfrm>
            <a:off x="6519551" y="4737153"/>
            <a:ext cx="787395"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4000" b="0" i="0" u="none" strike="noStrike" kern="1200" cap="none" spc="0" normalizeH="0" baseline="0" noProof="0">
                <a:ln>
                  <a:noFill/>
                </a:ln>
                <a:solidFill>
                  <a:prstClr val="white">
                    <a:lumMod val="85000"/>
                  </a:prstClr>
                </a:solidFill>
                <a:effectLst/>
                <a:uLnTx/>
                <a:uFillTx/>
                <a:cs typeface="+mn-ea"/>
                <a:sym typeface="+mn-lt"/>
              </a:rPr>
              <a:t>04</a:t>
            </a:r>
            <a:endParaRPr kumimoji="1" lang="zh-CN" altLang="en-US" sz="4000" b="0" i="0" u="none" strike="noStrike" kern="1200" cap="none" spc="0" normalizeH="0" baseline="0" noProof="0">
              <a:ln>
                <a:noFill/>
              </a:ln>
              <a:solidFill>
                <a:prstClr val="white">
                  <a:lumMod val="85000"/>
                </a:prstClr>
              </a:solidFill>
              <a:effectLst/>
              <a:uLnTx/>
              <a:uFillTx/>
              <a:cs typeface="+mn-ea"/>
              <a:sym typeface="+mn-lt"/>
            </a:endParaRPr>
          </a:p>
        </p:txBody>
      </p:sp>
      <p:sp>
        <p:nvSpPr>
          <p:cNvPr id="17" name="文本框 16">
            <a:extLst>
              <a:ext uri="{FF2B5EF4-FFF2-40B4-BE49-F238E27FC236}">
                <a16:creationId xmlns:a16="http://schemas.microsoft.com/office/drawing/2014/main" id="{6E9F6C0D-6AEF-8745-A34F-7A7C3073A4E5}"/>
              </a:ext>
            </a:extLst>
          </p:cNvPr>
          <p:cNvSpPr txBox="1"/>
          <p:nvPr/>
        </p:nvSpPr>
        <p:spPr>
          <a:xfrm>
            <a:off x="7318821" y="1522000"/>
            <a:ext cx="14157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44546A"/>
                </a:solidFill>
                <a:effectLst/>
                <a:uLnTx/>
                <a:uFillTx/>
                <a:cs typeface="+mn-ea"/>
                <a:sym typeface="+mn-lt"/>
              </a:rPr>
              <a:t>选题分析</a:t>
            </a:r>
            <a:endParaRPr kumimoji="1" lang="en-US" altLang="zh-CN" sz="2400" b="0" i="0" u="none" strike="noStrike" kern="1200" cap="none" spc="0" normalizeH="0" baseline="0" noProof="0" dirty="0">
              <a:ln>
                <a:noFill/>
              </a:ln>
              <a:solidFill>
                <a:srgbClr val="44546A"/>
              </a:solidFill>
              <a:effectLst/>
              <a:uLnTx/>
              <a:uFillTx/>
              <a:cs typeface="+mn-ea"/>
              <a:sym typeface="+mn-lt"/>
            </a:endParaRPr>
          </a:p>
        </p:txBody>
      </p:sp>
      <p:sp>
        <p:nvSpPr>
          <p:cNvPr id="18" name="文本框 17">
            <a:extLst>
              <a:ext uri="{FF2B5EF4-FFF2-40B4-BE49-F238E27FC236}">
                <a16:creationId xmlns:a16="http://schemas.microsoft.com/office/drawing/2014/main" id="{06745111-3382-E04E-88E1-7B264BE8057D}"/>
              </a:ext>
            </a:extLst>
          </p:cNvPr>
          <p:cNvSpPr txBox="1"/>
          <p:nvPr/>
        </p:nvSpPr>
        <p:spPr>
          <a:xfrm>
            <a:off x="7318821" y="2631612"/>
            <a:ext cx="14157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noProof="0" dirty="0">
                <a:solidFill>
                  <a:srgbClr val="44546A"/>
                </a:solidFill>
                <a:cs typeface="+mn-ea"/>
                <a:sym typeface="+mn-lt"/>
              </a:rPr>
              <a:t>团队分工</a:t>
            </a:r>
            <a:endParaRPr kumimoji="1" lang="zh-CN" altLang="en-US" sz="2400" b="0" i="0" u="none" strike="noStrike" kern="1200" cap="none" spc="0" normalizeH="0" baseline="0" noProof="0" dirty="0">
              <a:ln>
                <a:noFill/>
              </a:ln>
              <a:solidFill>
                <a:srgbClr val="44546A"/>
              </a:solidFill>
              <a:effectLst/>
              <a:uLnTx/>
              <a:uFillTx/>
              <a:cs typeface="+mn-ea"/>
              <a:sym typeface="+mn-lt"/>
            </a:endParaRPr>
          </a:p>
        </p:txBody>
      </p:sp>
      <p:sp>
        <p:nvSpPr>
          <p:cNvPr id="19" name="文本框 18">
            <a:extLst>
              <a:ext uri="{FF2B5EF4-FFF2-40B4-BE49-F238E27FC236}">
                <a16:creationId xmlns:a16="http://schemas.microsoft.com/office/drawing/2014/main" id="{7487F79B-6B61-9D4A-B9B1-C4F2FB22CC20}"/>
              </a:ext>
            </a:extLst>
          </p:cNvPr>
          <p:cNvSpPr txBox="1"/>
          <p:nvPr/>
        </p:nvSpPr>
        <p:spPr>
          <a:xfrm>
            <a:off x="7318821" y="3718889"/>
            <a:ext cx="14157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44546A"/>
                </a:solidFill>
                <a:effectLst/>
                <a:uLnTx/>
                <a:uFillTx/>
                <a:cs typeface="+mn-ea"/>
                <a:sym typeface="+mn-lt"/>
              </a:rPr>
              <a:t>技术方案</a:t>
            </a:r>
          </a:p>
        </p:txBody>
      </p:sp>
      <p:sp>
        <p:nvSpPr>
          <p:cNvPr id="20" name="文本框 19">
            <a:extLst>
              <a:ext uri="{FF2B5EF4-FFF2-40B4-BE49-F238E27FC236}">
                <a16:creationId xmlns:a16="http://schemas.microsoft.com/office/drawing/2014/main" id="{06DE685D-3324-B443-8A7C-E615EE8CBE12}"/>
              </a:ext>
            </a:extLst>
          </p:cNvPr>
          <p:cNvSpPr txBox="1"/>
          <p:nvPr/>
        </p:nvSpPr>
        <p:spPr>
          <a:xfrm>
            <a:off x="7318821" y="4820159"/>
            <a:ext cx="233910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44546A"/>
                </a:solidFill>
                <a:effectLst/>
                <a:uLnTx/>
                <a:uFillTx/>
                <a:cs typeface="+mn-ea"/>
                <a:sym typeface="+mn-lt"/>
              </a:rPr>
              <a:t>作品展示和介绍</a:t>
            </a:r>
          </a:p>
        </p:txBody>
      </p:sp>
      <p:sp>
        <p:nvSpPr>
          <p:cNvPr id="21" name="文本框 20">
            <a:extLst>
              <a:ext uri="{FF2B5EF4-FFF2-40B4-BE49-F238E27FC236}">
                <a16:creationId xmlns:a16="http://schemas.microsoft.com/office/drawing/2014/main" id="{11A545D7-CEB4-BB4B-8D99-8C7A0EA05E04}"/>
              </a:ext>
            </a:extLst>
          </p:cNvPr>
          <p:cNvSpPr txBox="1"/>
          <p:nvPr/>
        </p:nvSpPr>
        <p:spPr>
          <a:xfrm>
            <a:off x="7318821" y="1943249"/>
            <a:ext cx="1053494" cy="230832"/>
          </a:xfrm>
          <a:prstGeom prst="rect">
            <a:avLst/>
          </a:prstGeom>
          <a:noFill/>
        </p:spPr>
        <p:txBody>
          <a:bodyPr wrap="none" rtlCol="0">
            <a:spAutoFit/>
          </a:bodyPr>
          <a:lstStyle/>
          <a:p>
            <a:pPr lvl="0">
              <a:defRPr/>
            </a:pPr>
            <a:r>
              <a:rPr lang="en-US" altLang="zh-CN" sz="900" dirty="0">
                <a:solidFill>
                  <a:prstClr val="black">
                    <a:lumMod val="50000"/>
                    <a:lumOff val="50000"/>
                  </a:prstClr>
                </a:solidFill>
                <a:cs typeface="+mn-ea"/>
                <a:sym typeface="+mn-lt"/>
              </a:rPr>
              <a:t>Subject analysis</a:t>
            </a:r>
            <a:endParaRPr kumimoji="0" lang="en" altLang="zh-CN" sz="900" b="0" i="0" u="none" strike="noStrike" kern="1200" cap="none" spc="0" normalizeH="0" baseline="0" noProof="0" dirty="0">
              <a:ln>
                <a:noFill/>
              </a:ln>
              <a:solidFill>
                <a:prstClr val="black">
                  <a:lumMod val="50000"/>
                  <a:lumOff val="50000"/>
                </a:prstClr>
              </a:solidFill>
              <a:effectLst/>
              <a:uLnTx/>
              <a:uFillTx/>
              <a:cs typeface="+mn-ea"/>
              <a:sym typeface="+mn-lt"/>
            </a:endParaRPr>
          </a:p>
        </p:txBody>
      </p:sp>
      <p:sp>
        <p:nvSpPr>
          <p:cNvPr id="22" name="文本框 21">
            <a:extLst>
              <a:ext uri="{FF2B5EF4-FFF2-40B4-BE49-F238E27FC236}">
                <a16:creationId xmlns:a16="http://schemas.microsoft.com/office/drawing/2014/main" id="{7295A1E8-303C-3B4B-8BDB-B4F444D008A9}"/>
              </a:ext>
            </a:extLst>
          </p:cNvPr>
          <p:cNvSpPr txBox="1"/>
          <p:nvPr/>
        </p:nvSpPr>
        <p:spPr>
          <a:xfrm>
            <a:off x="7326441" y="3018778"/>
            <a:ext cx="1410963" cy="275588"/>
          </a:xfrm>
          <a:prstGeom prst="rect">
            <a:avLst/>
          </a:prstGeom>
          <a:noFill/>
        </p:spPr>
        <p:txBody>
          <a:bodyPr wrap="none" rtlCol="0">
            <a:spAutoFit/>
          </a:bodyPr>
          <a:lstStyle/>
          <a:p>
            <a:pPr lvl="0" algn="ctr">
              <a:lnSpc>
                <a:spcPct val="150000"/>
              </a:lnSpc>
              <a:defRPr/>
            </a:pPr>
            <a:r>
              <a:rPr lang="en-US" altLang="zh-CN" sz="900" dirty="0">
                <a:solidFill>
                  <a:prstClr val="black">
                    <a:lumMod val="50000"/>
                    <a:lumOff val="50000"/>
                  </a:prstClr>
                </a:solidFill>
                <a:cs typeface="+mn-ea"/>
                <a:sym typeface="+mn-lt"/>
              </a:rPr>
              <a:t>Team division of labor</a:t>
            </a:r>
            <a:endParaRPr lang="en" altLang="zh-CN" sz="900" dirty="0">
              <a:solidFill>
                <a:prstClr val="black">
                  <a:lumMod val="50000"/>
                  <a:lumOff val="50000"/>
                </a:prstClr>
              </a:solidFill>
              <a:cs typeface="+mn-ea"/>
              <a:sym typeface="+mn-lt"/>
            </a:endParaRPr>
          </a:p>
        </p:txBody>
      </p:sp>
      <p:sp>
        <p:nvSpPr>
          <p:cNvPr id="23" name="文本框 22">
            <a:extLst>
              <a:ext uri="{FF2B5EF4-FFF2-40B4-BE49-F238E27FC236}">
                <a16:creationId xmlns:a16="http://schemas.microsoft.com/office/drawing/2014/main" id="{1DB89D8B-C2C7-E648-A79A-DD845E23BD91}"/>
              </a:ext>
            </a:extLst>
          </p:cNvPr>
          <p:cNvSpPr txBox="1"/>
          <p:nvPr/>
        </p:nvSpPr>
        <p:spPr>
          <a:xfrm>
            <a:off x="7326441" y="4112515"/>
            <a:ext cx="1176925" cy="275588"/>
          </a:xfrm>
          <a:prstGeom prst="rect">
            <a:avLst/>
          </a:prstGeom>
          <a:noFill/>
        </p:spPr>
        <p:txBody>
          <a:bodyPr wrap="none" rtlCol="0">
            <a:spAutoFit/>
          </a:bodyPr>
          <a:lstStyle/>
          <a:p>
            <a:pPr lvl="0" algn="ctr">
              <a:lnSpc>
                <a:spcPct val="150000"/>
              </a:lnSpc>
              <a:defRPr/>
            </a:pPr>
            <a:r>
              <a:rPr lang="en-US" altLang="zh-CN" sz="900" dirty="0">
                <a:solidFill>
                  <a:prstClr val="black">
                    <a:lumMod val="50000"/>
                    <a:lumOff val="50000"/>
                  </a:prstClr>
                </a:solidFill>
                <a:cs typeface="+mn-ea"/>
                <a:sym typeface="+mn-lt"/>
              </a:rPr>
              <a:t>Technical solution</a:t>
            </a:r>
            <a:endParaRPr lang="en" altLang="zh-CN" sz="900" dirty="0">
              <a:solidFill>
                <a:prstClr val="black">
                  <a:lumMod val="50000"/>
                  <a:lumOff val="50000"/>
                </a:prstClr>
              </a:solidFill>
              <a:cs typeface="+mn-ea"/>
              <a:sym typeface="+mn-lt"/>
            </a:endParaRPr>
          </a:p>
        </p:txBody>
      </p:sp>
      <p:sp>
        <p:nvSpPr>
          <p:cNvPr id="24" name="文本框 23">
            <a:extLst>
              <a:ext uri="{FF2B5EF4-FFF2-40B4-BE49-F238E27FC236}">
                <a16:creationId xmlns:a16="http://schemas.microsoft.com/office/drawing/2014/main" id="{1C8975F4-B153-A344-992E-34EEF5C092EA}"/>
              </a:ext>
            </a:extLst>
          </p:cNvPr>
          <p:cNvSpPr txBox="1"/>
          <p:nvPr/>
        </p:nvSpPr>
        <p:spPr>
          <a:xfrm>
            <a:off x="7318821" y="5241322"/>
            <a:ext cx="2207656" cy="230832"/>
          </a:xfrm>
          <a:prstGeom prst="rect">
            <a:avLst/>
          </a:prstGeom>
          <a:noFill/>
        </p:spPr>
        <p:txBody>
          <a:bodyPr wrap="none" rtlCol="0">
            <a:spAutoFit/>
          </a:bodyPr>
          <a:lstStyle/>
          <a:p>
            <a:pPr lvl="0">
              <a:defRPr/>
            </a:pPr>
            <a:r>
              <a:rPr lang="en-US" altLang="zh-CN" sz="900" dirty="0">
                <a:solidFill>
                  <a:prstClr val="black">
                    <a:lumMod val="50000"/>
                    <a:lumOff val="50000"/>
                  </a:prstClr>
                </a:solidFill>
                <a:cs typeface="+mn-ea"/>
                <a:sym typeface="+mn-lt"/>
              </a:rPr>
              <a:t>Exhibition and presentation of works</a:t>
            </a:r>
            <a:endParaRPr kumimoji="0" lang="en" altLang="zh-CN" sz="900" b="0" i="0" u="none" strike="noStrike" kern="1200" cap="none" spc="0" normalizeH="0" baseline="0" noProof="0" dirty="0">
              <a:ln>
                <a:noFill/>
              </a:ln>
              <a:solidFill>
                <a:prstClr val="black">
                  <a:lumMod val="50000"/>
                  <a:lumOff val="50000"/>
                </a:prstClr>
              </a:solidFill>
              <a:effectLst/>
              <a:uLnTx/>
              <a:uFillTx/>
              <a:cs typeface="+mn-ea"/>
              <a:sym typeface="+mn-lt"/>
            </a:endParaRPr>
          </a:p>
        </p:txBody>
      </p:sp>
    </p:spTree>
    <p:extLst>
      <p:ext uri="{BB962C8B-B14F-4D97-AF65-F5344CB8AC3E}">
        <p14:creationId xmlns:p14="http://schemas.microsoft.com/office/powerpoint/2010/main" val="3848113461"/>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blinds(horizontal)">
                                      <p:cBhvr>
                                        <p:cTn id="13" dur="500"/>
                                        <p:tgtEl>
                                          <p:spTgt spid="1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linds(horizontal)">
                                      <p:cBhvr>
                                        <p:cTn id="16" dur="500"/>
                                        <p:tgtEl>
                                          <p:spTgt spid="16"/>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blinds(horizontal)">
                                      <p:cBhvr>
                                        <p:cTn id="19" dur="500"/>
                                        <p:tgtEl>
                                          <p:spTgt spid="17"/>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linds(horizontal)">
                                      <p:cBhvr>
                                        <p:cTn id="22" dur="500"/>
                                        <p:tgtEl>
                                          <p:spTgt spid="18"/>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blinds(horizontal)">
                                      <p:cBhvr>
                                        <p:cTn id="25" dur="500"/>
                                        <p:tgtEl>
                                          <p:spTgt spid="1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blinds(horizontal)">
                                      <p:cBhvr>
                                        <p:cTn id="28" dur="500"/>
                                        <p:tgtEl>
                                          <p:spTgt spid="20"/>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blinds(horizontal)">
                                      <p:cBhvr>
                                        <p:cTn id="31" dur="500"/>
                                        <p:tgtEl>
                                          <p:spTgt spid="21"/>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blinds(horizontal)">
                                      <p:cBhvr>
                                        <p:cTn id="34" dur="500"/>
                                        <p:tgtEl>
                                          <p:spTgt spid="22"/>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linds(horizontal)">
                                      <p:cBhvr>
                                        <p:cTn id="37" dur="500"/>
                                        <p:tgtEl>
                                          <p:spTgt spid="23"/>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blinds(horizontal)">
                                      <p:cBhvr>
                                        <p:cTn id="4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P spid="22" grpId="0"/>
      <p:bldP spid="23"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a:extLst>
              <a:ext uri="{FF2B5EF4-FFF2-40B4-BE49-F238E27FC236}">
                <a16:creationId xmlns:a16="http://schemas.microsoft.com/office/drawing/2014/main" id="{77DAC8EB-FA83-7E4C-AF62-241BA0588B17}"/>
              </a:ext>
            </a:extLst>
          </p:cNvPr>
          <p:cNvSpPr/>
          <p:nvPr/>
        </p:nvSpPr>
        <p:spPr>
          <a:xfrm>
            <a:off x="5070393" y="668411"/>
            <a:ext cx="2160000" cy="216000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圆角矩形 2">
            <a:extLst>
              <a:ext uri="{FF2B5EF4-FFF2-40B4-BE49-F238E27FC236}">
                <a16:creationId xmlns:a16="http://schemas.microsoft.com/office/drawing/2014/main" id="{87BF9EF1-4524-664B-B4E4-F19DF76D9A44}"/>
              </a:ext>
            </a:extLst>
          </p:cNvPr>
          <p:cNvSpPr/>
          <p:nvPr/>
        </p:nvSpPr>
        <p:spPr>
          <a:xfrm>
            <a:off x="4507730" y="1424652"/>
            <a:ext cx="243152" cy="243152"/>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圆角矩形 3">
            <a:extLst>
              <a:ext uri="{FF2B5EF4-FFF2-40B4-BE49-F238E27FC236}">
                <a16:creationId xmlns:a16="http://schemas.microsoft.com/office/drawing/2014/main" id="{0B261106-7C4E-5C45-85CE-F2A206EC566B}"/>
              </a:ext>
            </a:extLst>
          </p:cNvPr>
          <p:cNvSpPr/>
          <p:nvPr/>
        </p:nvSpPr>
        <p:spPr>
          <a:xfrm>
            <a:off x="4750882" y="1887516"/>
            <a:ext cx="127491" cy="127491"/>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 name="圆角矩形 4">
            <a:extLst>
              <a:ext uri="{FF2B5EF4-FFF2-40B4-BE49-F238E27FC236}">
                <a16:creationId xmlns:a16="http://schemas.microsoft.com/office/drawing/2014/main" id="{DA32410C-A7A8-484A-9119-0B7FF46D9A48}"/>
              </a:ext>
            </a:extLst>
          </p:cNvPr>
          <p:cNvSpPr/>
          <p:nvPr/>
        </p:nvSpPr>
        <p:spPr>
          <a:xfrm>
            <a:off x="7318469" y="1320858"/>
            <a:ext cx="209070" cy="20907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文本框 5">
            <a:extLst>
              <a:ext uri="{FF2B5EF4-FFF2-40B4-BE49-F238E27FC236}">
                <a16:creationId xmlns:a16="http://schemas.microsoft.com/office/drawing/2014/main" id="{ADE6D4DB-97A7-664D-A539-41472511B747}"/>
              </a:ext>
            </a:extLst>
          </p:cNvPr>
          <p:cNvSpPr txBox="1"/>
          <p:nvPr/>
        </p:nvSpPr>
        <p:spPr>
          <a:xfrm>
            <a:off x="5281898" y="1565553"/>
            <a:ext cx="1798045" cy="52322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srgbClr val="44546A"/>
                </a:solidFill>
                <a:effectLst/>
                <a:uLnTx/>
                <a:uFillTx/>
                <a:cs typeface="+mn-ea"/>
                <a:sym typeface="+mn-lt"/>
              </a:rPr>
              <a:t>第一部分</a:t>
            </a:r>
          </a:p>
        </p:txBody>
      </p:sp>
      <p:sp>
        <p:nvSpPr>
          <p:cNvPr id="7" name="文本框 6">
            <a:extLst>
              <a:ext uri="{FF2B5EF4-FFF2-40B4-BE49-F238E27FC236}">
                <a16:creationId xmlns:a16="http://schemas.microsoft.com/office/drawing/2014/main" id="{2AA5CD6C-CEAA-2F4F-84CB-CDF42E3F6FB0}"/>
              </a:ext>
            </a:extLst>
          </p:cNvPr>
          <p:cNvSpPr txBox="1"/>
          <p:nvPr/>
        </p:nvSpPr>
        <p:spPr>
          <a:xfrm>
            <a:off x="5293773" y="1998761"/>
            <a:ext cx="1774295"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1600" b="0" i="0" u="none" strike="noStrike" kern="1200" cap="none" spc="0" normalizeH="0" baseline="0" noProof="0" dirty="0">
                <a:ln>
                  <a:noFill/>
                </a:ln>
                <a:solidFill>
                  <a:srgbClr val="44546A"/>
                </a:solidFill>
                <a:effectLst/>
                <a:uLnTx/>
                <a:uFillTx/>
                <a:cs typeface="+mn-ea"/>
                <a:sym typeface="+mn-lt"/>
              </a:rPr>
              <a:t>PART</a:t>
            </a:r>
            <a:r>
              <a:rPr kumimoji="1" lang="zh-CN" altLang="en-US" sz="1600" b="0" i="0" u="none" strike="noStrike" kern="1200" cap="none" spc="0" normalizeH="0" baseline="0" noProof="0" dirty="0">
                <a:ln>
                  <a:noFill/>
                </a:ln>
                <a:solidFill>
                  <a:srgbClr val="44546A"/>
                </a:solidFill>
                <a:effectLst/>
                <a:uLnTx/>
                <a:uFillTx/>
                <a:cs typeface="+mn-ea"/>
                <a:sym typeface="+mn-lt"/>
              </a:rPr>
              <a:t> </a:t>
            </a:r>
            <a:r>
              <a:rPr kumimoji="1" lang="en-US" altLang="zh-CN" sz="1600" b="0" i="0" u="none" strike="noStrike" kern="1200" cap="none" spc="0" normalizeH="0" baseline="0" noProof="0" dirty="0">
                <a:ln>
                  <a:noFill/>
                </a:ln>
                <a:solidFill>
                  <a:srgbClr val="44546A"/>
                </a:solidFill>
                <a:effectLst/>
                <a:uLnTx/>
                <a:uFillTx/>
                <a:cs typeface="+mn-ea"/>
                <a:sym typeface="+mn-lt"/>
              </a:rPr>
              <a:t>01</a:t>
            </a:r>
            <a:endParaRPr kumimoji="1" lang="zh-CN" altLang="en-US" sz="1600" b="0" i="0" u="none" strike="noStrike" kern="1200" cap="none" spc="0" normalizeH="0" baseline="0" noProof="0" dirty="0">
              <a:ln>
                <a:noFill/>
              </a:ln>
              <a:solidFill>
                <a:srgbClr val="44546A"/>
              </a:solidFill>
              <a:effectLst/>
              <a:uLnTx/>
              <a:uFillTx/>
              <a:cs typeface="+mn-ea"/>
              <a:sym typeface="+mn-lt"/>
            </a:endParaRPr>
          </a:p>
        </p:txBody>
      </p:sp>
      <p:sp>
        <p:nvSpPr>
          <p:cNvPr id="8" name="文本框 7">
            <a:extLst>
              <a:ext uri="{FF2B5EF4-FFF2-40B4-BE49-F238E27FC236}">
                <a16:creationId xmlns:a16="http://schemas.microsoft.com/office/drawing/2014/main" id="{0CEEC32F-A461-E14B-BA72-2A0A3033AF09}"/>
              </a:ext>
            </a:extLst>
          </p:cNvPr>
          <p:cNvSpPr txBox="1"/>
          <p:nvPr/>
        </p:nvSpPr>
        <p:spPr>
          <a:xfrm>
            <a:off x="4310896" y="2770523"/>
            <a:ext cx="3570208" cy="110799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6600" noProof="0" dirty="0">
                <a:solidFill>
                  <a:srgbClr val="44546A"/>
                </a:solidFill>
                <a:cs typeface="+mn-ea"/>
                <a:sym typeface="+mn-lt"/>
              </a:rPr>
              <a:t>选题分析</a:t>
            </a:r>
            <a:endParaRPr kumimoji="1" lang="zh-CN" altLang="en-US" sz="6600" b="0" i="0" u="none" strike="noStrike" kern="1200" cap="none" spc="0" normalizeH="0" baseline="0" noProof="0" dirty="0">
              <a:ln>
                <a:noFill/>
              </a:ln>
              <a:solidFill>
                <a:srgbClr val="44546A"/>
              </a:solidFill>
              <a:effectLst/>
              <a:uLnTx/>
              <a:uFillTx/>
              <a:cs typeface="+mn-ea"/>
              <a:sym typeface="+mn-lt"/>
            </a:endParaRPr>
          </a:p>
        </p:txBody>
      </p:sp>
      <p:sp>
        <p:nvSpPr>
          <p:cNvPr id="9" name="文本框 8">
            <a:extLst>
              <a:ext uri="{FF2B5EF4-FFF2-40B4-BE49-F238E27FC236}">
                <a16:creationId xmlns:a16="http://schemas.microsoft.com/office/drawing/2014/main" id="{473DBF93-FD30-194C-B730-87857EF96E77}"/>
              </a:ext>
            </a:extLst>
          </p:cNvPr>
          <p:cNvSpPr txBox="1"/>
          <p:nvPr/>
        </p:nvSpPr>
        <p:spPr>
          <a:xfrm>
            <a:off x="2944894" y="3878519"/>
            <a:ext cx="6472052" cy="253916"/>
          </a:xfrm>
          <a:prstGeom prst="rect">
            <a:avLst/>
          </a:prstGeom>
          <a:noFill/>
        </p:spPr>
        <p:txBody>
          <a:bodyPr wrap="square" rtlCol="0">
            <a:spAutoFit/>
          </a:bodyPr>
          <a:lstStyle/>
          <a:p>
            <a:pPr lvl="0" algn="ctr">
              <a:defRPr/>
            </a:pPr>
            <a:r>
              <a:rPr lang="en-US" altLang="zh-CN" sz="1050" dirty="0">
                <a:solidFill>
                  <a:prstClr val="black">
                    <a:lumMod val="50000"/>
                    <a:lumOff val="50000"/>
                  </a:prstClr>
                </a:solidFill>
                <a:cs typeface="+mn-ea"/>
                <a:sym typeface="+mn-lt"/>
              </a:rPr>
              <a:t>Subject analysis</a:t>
            </a:r>
            <a:endParaRPr lang="en" altLang="zh-CN" sz="1050" dirty="0">
              <a:solidFill>
                <a:prstClr val="black">
                  <a:lumMod val="50000"/>
                  <a:lumOff val="50000"/>
                </a:prstClr>
              </a:solidFill>
              <a:cs typeface="+mn-ea"/>
              <a:sym typeface="+mn-lt"/>
            </a:endParaRPr>
          </a:p>
        </p:txBody>
      </p:sp>
    </p:spTree>
    <p:extLst>
      <p:ext uri="{BB962C8B-B14F-4D97-AF65-F5344CB8AC3E}">
        <p14:creationId xmlns:p14="http://schemas.microsoft.com/office/powerpoint/2010/main" val="414646952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7"/>
            <a:ext cx="14157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44546A"/>
                </a:solidFill>
                <a:effectLst/>
                <a:uLnTx/>
                <a:uFillTx/>
                <a:cs typeface="+mn-ea"/>
                <a:sym typeface="+mn-lt"/>
              </a:rPr>
              <a:t>选题分析</a:t>
            </a:r>
          </a:p>
        </p:txBody>
      </p:sp>
      <p:sp>
        <p:nvSpPr>
          <p:cNvPr id="3" name="矩形 2">
            <a:extLst>
              <a:ext uri="{FF2B5EF4-FFF2-40B4-BE49-F238E27FC236}">
                <a16:creationId xmlns:a16="http://schemas.microsoft.com/office/drawing/2014/main" id="{F2CB9F34-5306-8A40-AA11-03AB4FFD28A1}"/>
              </a:ext>
            </a:extLst>
          </p:cNvPr>
          <p:cNvSpPr/>
          <p:nvPr/>
        </p:nvSpPr>
        <p:spPr>
          <a:xfrm>
            <a:off x="5692573" y="1964231"/>
            <a:ext cx="4983650" cy="113039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文本框 3">
            <a:extLst>
              <a:ext uri="{FF2B5EF4-FFF2-40B4-BE49-F238E27FC236}">
                <a16:creationId xmlns:a16="http://schemas.microsoft.com/office/drawing/2014/main" id="{46F1BE3E-FD14-184B-A572-89F3AAD95623}"/>
              </a:ext>
            </a:extLst>
          </p:cNvPr>
          <p:cNvSpPr txBox="1"/>
          <p:nvPr/>
        </p:nvSpPr>
        <p:spPr>
          <a:xfrm>
            <a:off x="5949836" y="2419306"/>
            <a:ext cx="4130394" cy="54906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1" lang="zh-CN" altLang="en-US" sz="1200" noProof="0" dirty="0">
                <a:solidFill>
                  <a:prstClr val="white">
                    <a:lumMod val="50000"/>
                  </a:prstClr>
                </a:solidFill>
                <a:cs typeface="+mn-ea"/>
                <a:sym typeface="+mn-lt"/>
              </a:rPr>
              <a:t>介绍学校一饭二饭及食尚等每一层饭堂窗口，提供以饭堂或食物类别筛选功能，能看到菜式样品图。</a:t>
            </a:r>
            <a:endParaRPr kumimoji="1" lang="zh-CN" altLang="en-US" sz="1200" b="0" i="0" u="none" strike="noStrike" kern="1200" cap="none" spc="0" normalizeH="0" baseline="0" noProof="0" dirty="0">
              <a:ln>
                <a:noFill/>
              </a:ln>
              <a:solidFill>
                <a:prstClr val="white">
                  <a:lumMod val="50000"/>
                </a:prstClr>
              </a:solidFill>
              <a:effectLst/>
              <a:uLnTx/>
              <a:uFillTx/>
              <a:cs typeface="+mn-ea"/>
              <a:sym typeface="+mn-lt"/>
            </a:endParaRPr>
          </a:p>
        </p:txBody>
      </p:sp>
      <p:sp>
        <p:nvSpPr>
          <p:cNvPr id="5" name="文本框 4">
            <a:extLst>
              <a:ext uri="{FF2B5EF4-FFF2-40B4-BE49-F238E27FC236}">
                <a16:creationId xmlns:a16="http://schemas.microsoft.com/office/drawing/2014/main" id="{76419D01-0CB6-8345-A784-D4C34B1C012E}"/>
              </a:ext>
            </a:extLst>
          </p:cNvPr>
          <p:cNvSpPr txBox="1"/>
          <p:nvPr/>
        </p:nvSpPr>
        <p:spPr>
          <a:xfrm>
            <a:off x="5949836" y="2124830"/>
            <a:ext cx="141577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44546A"/>
                </a:solidFill>
                <a:effectLst/>
                <a:uLnTx/>
                <a:uFillTx/>
                <a:cs typeface="+mn-ea"/>
                <a:sym typeface="+mn-lt"/>
              </a:rPr>
              <a:t>食堂介绍服务</a:t>
            </a:r>
          </a:p>
        </p:txBody>
      </p:sp>
      <p:sp>
        <p:nvSpPr>
          <p:cNvPr id="6" name="矩形 5">
            <a:extLst>
              <a:ext uri="{FF2B5EF4-FFF2-40B4-BE49-F238E27FC236}">
                <a16:creationId xmlns:a16="http://schemas.microsoft.com/office/drawing/2014/main" id="{BEFBA3B3-B5DD-6C4C-A007-A04F86C5FE21}"/>
              </a:ext>
            </a:extLst>
          </p:cNvPr>
          <p:cNvSpPr/>
          <p:nvPr/>
        </p:nvSpPr>
        <p:spPr>
          <a:xfrm>
            <a:off x="5692573" y="1908799"/>
            <a:ext cx="4983642" cy="554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矩形 6">
            <a:extLst>
              <a:ext uri="{FF2B5EF4-FFF2-40B4-BE49-F238E27FC236}">
                <a16:creationId xmlns:a16="http://schemas.microsoft.com/office/drawing/2014/main" id="{CDC7B1E1-D2A3-4C4C-ADAD-F2382F3089D1}"/>
              </a:ext>
            </a:extLst>
          </p:cNvPr>
          <p:cNvSpPr/>
          <p:nvPr/>
        </p:nvSpPr>
        <p:spPr>
          <a:xfrm>
            <a:off x="5692573" y="3359127"/>
            <a:ext cx="4983650" cy="113039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8" name="文本框 7">
            <a:extLst>
              <a:ext uri="{FF2B5EF4-FFF2-40B4-BE49-F238E27FC236}">
                <a16:creationId xmlns:a16="http://schemas.microsoft.com/office/drawing/2014/main" id="{B17C519C-610B-4648-997A-D1EFECE2699A}"/>
              </a:ext>
            </a:extLst>
          </p:cNvPr>
          <p:cNvSpPr txBox="1"/>
          <p:nvPr/>
        </p:nvSpPr>
        <p:spPr>
          <a:xfrm>
            <a:off x="5949836" y="3814202"/>
            <a:ext cx="4130394" cy="308995"/>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1" lang="zh-CN" altLang="en-US" sz="1200" noProof="0" dirty="0">
                <a:solidFill>
                  <a:prstClr val="white">
                    <a:lumMod val="50000"/>
                  </a:prstClr>
                </a:solidFill>
                <a:cs typeface="+mn-ea"/>
                <a:sym typeface="+mn-lt"/>
              </a:rPr>
              <a:t>为学生提供创业申请提交口。</a:t>
            </a:r>
            <a:endParaRPr kumimoji="1" lang="zh-CN" altLang="en-US" sz="1200" b="0" i="0" u="none" strike="noStrike" kern="1200" cap="none" spc="0" normalizeH="0" baseline="0" noProof="0" dirty="0">
              <a:ln>
                <a:noFill/>
              </a:ln>
              <a:solidFill>
                <a:prstClr val="white">
                  <a:lumMod val="50000"/>
                </a:prstClr>
              </a:solidFill>
              <a:effectLst/>
              <a:uLnTx/>
              <a:uFillTx/>
              <a:cs typeface="+mn-ea"/>
              <a:sym typeface="+mn-lt"/>
            </a:endParaRPr>
          </a:p>
        </p:txBody>
      </p:sp>
      <p:sp>
        <p:nvSpPr>
          <p:cNvPr id="9" name="文本框 8">
            <a:extLst>
              <a:ext uri="{FF2B5EF4-FFF2-40B4-BE49-F238E27FC236}">
                <a16:creationId xmlns:a16="http://schemas.microsoft.com/office/drawing/2014/main" id="{6D2CE038-09C4-3449-BAF7-C1B9FC5AEA85}"/>
              </a:ext>
            </a:extLst>
          </p:cNvPr>
          <p:cNvSpPr txBox="1"/>
          <p:nvPr/>
        </p:nvSpPr>
        <p:spPr>
          <a:xfrm>
            <a:off x="5949836" y="3519726"/>
            <a:ext cx="141577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44546A"/>
                </a:solidFill>
                <a:effectLst/>
                <a:uLnTx/>
                <a:uFillTx/>
                <a:cs typeface="+mn-ea"/>
                <a:sym typeface="+mn-lt"/>
              </a:rPr>
              <a:t>创业申请服务</a:t>
            </a:r>
          </a:p>
        </p:txBody>
      </p:sp>
      <p:sp>
        <p:nvSpPr>
          <p:cNvPr id="10" name="矩形 9">
            <a:extLst>
              <a:ext uri="{FF2B5EF4-FFF2-40B4-BE49-F238E27FC236}">
                <a16:creationId xmlns:a16="http://schemas.microsoft.com/office/drawing/2014/main" id="{85CB19D9-4D72-9442-8ED1-99E3C240061F}"/>
              </a:ext>
            </a:extLst>
          </p:cNvPr>
          <p:cNvSpPr/>
          <p:nvPr/>
        </p:nvSpPr>
        <p:spPr>
          <a:xfrm>
            <a:off x="5692573" y="3303695"/>
            <a:ext cx="4983642" cy="554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11" name="矩形 10">
            <a:extLst>
              <a:ext uri="{FF2B5EF4-FFF2-40B4-BE49-F238E27FC236}">
                <a16:creationId xmlns:a16="http://schemas.microsoft.com/office/drawing/2014/main" id="{976FD1EB-EB8E-2545-B73C-6F5FADDFF56A}"/>
              </a:ext>
            </a:extLst>
          </p:cNvPr>
          <p:cNvSpPr/>
          <p:nvPr/>
        </p:nvSpPr>
        <p:spPr>
          <a:xfrm>
            <a:off x="5692573" y="4754023"/>
            <a:ext cx="4983650" cy="113039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12" name="文本框 11">
            <a:extLst>
              <a:ext uri="{FF2B5EF4-FFF2-40B4-BE49-F238E27FC236}">
                <a16:creationId xmlns:a16="http://schemas.microsoft.com/office/drawing/2014/main" id="{9AF24C6D-BACD-A04F-BD53-6A6AAD212764}"/>
              </a:ext>
            </a:extLst>
          </p:cNvPr>
          <p:cNvSpPr txBox="1"/>
          <p:nvPr/>
        </p:nvSpPr>
        <p:spPr>
          <a:xfrm>
            <a:off x="5949836" y="5209098"/>
            <a:ext cx="4130394" cy="54906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1" lang="zh-CN" altLang="en-US" sz="1200" dirty="0">
                <a:solidFill>
                  <a:prstClr val="white">
                    <a:lumMod val="50000"/>
                  </a:prstClr>
                </a:solidFill>
                <a:cs typeface="+mn-ea"/>
                <a:sym typeface="+mn-lt"/>
              </a:rPr>
              <a:t>规划好学校周边的交通要点，以及附近知名地的路线规划。为学生提供良好的参考方案，省去探索研究交通的功夫。</a:t>
            </a:r>
            <a:endParaRPr kumimoji="1" lang="zh-CN" altLang="en-US" sz="1200" b="0" i="0" u="none" strike="noStrike" kern="1200" cap="none" spc="0" normalizeH="0" baseline="0" noProof="0" dirty="0">
              <a:ln>
                <a:noFill/>
              </a:ln>
              <a:solidFill>
                <a:prstClr val="white">
                  <a:lumMod val="50000"/>
                </a:prstClr>
              </a:solidFill>
              <a:effectLst/>
              <a:uLnTx/>
              <a:uFillTx/>
              <a:cs typeface="+mn-ea"/>
              <a:sym typeface="+mn-lt"/>
            </a:endParaRPr>
          </a:p>
        </p:txBody>
      </p:sp>
      <p:sp>
        <p:nvSpPr>
          <p:cNvPr id="13" name="文本框 12">
            <a:extLst>
              <a:ext uri="{FF2B5EF4-FFF2-40B4-BE49-F238E27FC236}">
                <a16:creationId xmlns:a16="http://schemas.microsoft.com/office/drawing/2014/main" id="{8098BBB9-0E65-0C40-BF0E-33FBAD1ADC28}"/>
              </a:ext>
            </a:extLst>
          </p:cNvPr>
          <p:cNvSpPr txBox="1"/>
          <p:nvPr/>
        </p:nvSpPr>
        <p:spPr>
          <a:xfrm>
            <a:off x="5949836" y="4914622"/>
            <a:ext cx="141577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600" b="0" i="0" u="none" strike="noStrike" kern="1200" cap="none" spc="0" normalizeH="0" baseline="0" noProof="0" dirty="0">
                <a:ln>
                  <a:noFill/>
                </a:ln>
                <a:solidFill>
                  <a:srgbClr val="44546A"/>
                </a:solidFill>
                <a:effectLst/>
                <a:uLnTx/>
                <a:uFillTx/>
                <a:cs typeface="+mn-ea"/>
                <a:sym typeface="+mn-lt"/>
              </a:rPr>
              <a:t>周边交通指南</a:t>
            </a:r>
          </a:p>
        </p:txBody>
      </p:sp>
      <p:sp>
        <p:nvSpPr>
          <p:cNvPr id="14" name="矩形 13">
            <a:extLst>
              <a:ext uri="{FF2B5EF4-FFF2-40B4-BE49-F238E27FC236}">
                <a16:creationId xmlns:a16="http://schemas.microsoft.com/office/drawing/2014/main" id="{A9447839-DBE4-6C40-AF3B-46119C9E6AA8}"/>
              </a:ext>
            </a:extLst>
          </p:cNvPr>
          <p:cNvSpPr/>
          <p:nvPr/>
        </p:nvSpPr>
        <p:spPr>
          <a:xfrm>
            <a:off x="5692573" y="4698591"/>
            <a:ext cx="4983642" cy="554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15" name="文本框 14">
            <a:extLst>
              <a:ext uri="{FF2B5EF4-FFF2-40B4-BE49-F238E27FC236}">
                <a16:creationId xmlns:a16="http://schemas.microsoft.com/office/drawing/2014/main" id="{C422B577-1EB9-CF4F-882C-92767460B9AB}"/>
              </a:ext>
            </a:extLst>
          </p:cNvPr>
          <p:cNvSpPr txBox="1"/>
          <p:nvPr/>
        </p:nvSpPr>
        <p:spPr>
          <a:xfrm>
            <a:off x="960182" y="5238515"/>
            <a:ext cx="3909212" cy="523220"/>
          </a:xfrm>
          <a:prstGeom prst="rect">
            <a:avLst/>
          </a:prstGeom>
          <a:noFill/>
        </p:spPr>
        <p:txBody>
          <a:bodyPr wrap="none" rtlCol="0">
            <a:spAutoFit/>
          </a:bodyPr>
          <a:lstStyle/>
          <a:p>
            <a:pPr lvl="0">
              <a:defRPr/>
            </a:pPr>
            <a:r>
              <a:rPr kumimoji="1" lang="en-US" altLang="zh-CN" sz="2800" dirty="0">
                <a:solidFill>
                  <a:srgbClr val="44546A"/>
                </a:solidFill>
                <a:cs typeface="+mn-ea"/>
                <a:sym typeface="+mn-lt"/>
              </a:rPr>
              <a:t>Description of project</a:t>
            </a:r>
            <a:endParaRPr kumimoji="1" lang="zh-CN" altLang="en-US" sz="2800" b="0" i="0" u="none" strike="noStrike" kern="1200" cap="none" spc="0" normalizeH="0" baseline="0" noProof="0" dirty="0">
              <a:ln>
                <a:noFill/>
              </a:ln>
              <a:solidFill>
                <a:srgbClr val="44546A"/>
              </a:solidFill>
              <a:effectLst/>
              <a:uLnTx/>
              <a:uFillTx/>
              <a:cs typeface="+mn-ea"/>
              <a:sym typeface="+mn-lt"/>
            </a:endParaRPr>
          </a:p>
        </p:txBody>
      </p:sp>
      <p:sp>
        <p:nvSpPr>
          <p:cNvPr id="16" name="文本框 15">
            <a:extLst>
              <a:ext uri="{FF2B5EF4-FFF2-40B4-BE49-F238E27FC236}">
                <a16:creationId xmlns:a16="http://schemas.microsoft.com/office/drawing/2014/main" id="{408FA97D-DB48-3647-B337-466DAE059C83}"/>
              </a:ext>
            </a:extLst>
          </p:cNvPr>
          <p:cNvSpPr txBox="1"/>
          <p:nvPr/>
        </p:nvSpPr>
        <p:spPr>
          <a:xfrm>
            <a:off x="973434" y="4882435"/>
            <a:ext cx="8066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solidFill>
                  <a:prstClr val="white">
                    <a:lumMod val="75000"/>
                  </a:prstClr>
                </a:solidFill>
                <a:cs typeface="+mn-ea"/>
                <a:sym typeface="+mn-lt"/>
              </a:rPr>
              <a:t>轻</a:t>
            </a:r>
            <a:r>
              <a:rPr kumimoji="1" lang="en-US" altLang="zh-CN" dirty="0">
                <a:solidFill>
                  <a:prstClr val="white">
                    <a:lumMod val="75000"/>
                  </a:prstClr>
                </a:solidFill>
                <a:cs typeface="+mn-ea"/>
                <a:sym typeface="+mn-lt"/>
              </a:rPr>
              <a:t>Life</a:t>
            </a:r>
            <a:endParaRPr kumimoji="1" lang="zh-CN" altLang="en-US" sz="1800" b="0" i="0" u="none" strike="noStrike" kern="1200" cap="none" spc="0" normalizeH="0" baseline="0" noProof="0" dirty="0">
              <a:ln>
                <a:noFill/>
              </a:ln>
              <a:solidFill>
                <a:prstClr val="white">
                  <a:lumMod val="75000"/>
                </a:prstClr>
              </a:solidFill>
              <a:effectLst/>
              <a:uLnTx/>
              <a:uFillTx/>
              <a:cs typeface="+mn-ea"/>
              <a:sym typeface="+mn-lt"/>
            </a:endParaRPr>
          </a:p>
        </p:txBody>
      </p:sp>
      <p:sp>
        <p:nvSpPr>
          <p:cNvPr id="17" name="文本框 16">
            <a:extLst>
              <a:ext uri="{FF2B5EF4-FFF2-40B4-BE49-F238E27FC236}">
                <a16:creationId xmlns:a16="http://schemas.microsoft.com/office/drawing/2014/main" id="{F73E7F30-B95E-EA45-B81C-53987EFC3A94}"/>
              </a:ext>
            </a:extLst>
          </p:cNvPr>
          <p:cNvSpPr txBox="1"/>
          <p:nvPr/>
        </p:nvSpPr>
        <p:spPr>
          <a:xfrm>
            <a:off x="936431" y="1919793"/>
            <a:ext cx="3710608" cy="2532360"/>
          </a:xfrm>
          <a:prstGeom prst="rect">
            <a:avLst/>
          </a:prstGeom>
          <a:noFill/>
        </p:spPr>
        <p:txBody>
          <a:bodyPr wrap="square" rtlCol="0">
            <a:spAutoFit/>
          </a:bodyPr>
          <a:lstStyle/>
          <a:p>
            <a:r>
              <a:rPr lang="zh-CN" altLang="zh-CN" sz="1600" dirty="0">
                <a:solidFill>
                  <a:schemeClr val="bg1">
                    <a:lumMod val="50000"/>
                  </a:schemeClr>
                </a:solidFill>
              </a:rPr>
              <a:t>一个方便新生适应校园生活的衣食住行等的广轻专用小程序指南</a:t>
            </a:r>
            <a:r>
              <a:rPr lang="en-US" altLang="zh-CN" sz="1600" dirty="0">
                <a:solidFill>
                  <a:schemeClr val="bg1">
                    <a:lumMod val="50000"/>
                  </a:schemeClr>
                </a:solidFill>
              </a:rPr>
              <a:t>,</a:t>
            </a:r>
            <a:r>
              <a:rPr lang="zh-CN" altLang="zh-CN" sz="1600" dirty="0">
                <a:solidFill>
                  <a:schemeClr val="bg1">
                    <a:lumMod val="50000"/>
                  </a:schemeClr>
                </a:solidFill>
              </a:rPr>
              <a:t>该小程序中含有广轻学院的食堂介绍、创业申请指导、校内及周边交通指南等。</a:t>
            </a:r>
            <a:endParaRPr lang="en-US" altLang="zh-CN" sz="1600" dirty="0">
              <a:solidFill>
                <a:schemeClr val="bg1">
                  <a:lumMod val="50000"/>
                </a:schemeClr>
              </a:solidFill>
            </a:endParaRPr>
          </a:p>
          <a:p>
            <a:endParaRPr lang="en-US" altLang="zh-CN" sz="1600" dirty="0"/>
          </a:p>
          <a:p>
            <a:r>
              <a:rPr lang="zh-CN" altLang="zh-CN" sz="1600" dirty="0">
                <a:solidFill>
                  <a:schemeClr val="bg1">
                    <a:lumMod val="50000"/>
                  </a:schemeClr>
                </a:solidFill>
              </a:rPr>
              <a:t>食堂介绍包括各层食堂窗口的详细分支，创业申请指导帮助学生了解大概流程及需求，校内外的交通指南为学生提供更多的交通参考方案。</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1" lang="en-US" altLang="zh-CN" sz="1100" b="0" i="0" u="none" strike="noStrike" kern="1200" cap="none" spc="0" normalizeH="0" baseline="0" noProof="0" dirty="0">
              <a:ln>
                <a:noFill/>
              </a:ln>
              <a:solidFill>
                <a:prstClr val="black">
                  <a:lumMod val="50000"/>
                  <a:lumOff val="50000"/>
                </a:prstClr>
              </a:solidFill>
              <a:effectLst/>
              <a:uLnTx/>
              <a:uFillTx/>
              <a:cs typeface="+mn-ea"/>
              <a:sym typeface="+mn-lt"/>
            </a:endParaRPr>
          </a:p>
        </p:txBody>
      </p:sp>
      <p:sp>
        <p:nvSpPr>
          <p:cNvPr id="19" name="TextBox 18"/>
          <p:cNvSpPr txBox="1"/>
          <p:nvPr/>
        </p:nvSpPr>
        <p:spPr>
          <a:xfrm>
            <a:off x="6384194" y="6588492"/>
            <a:ext cx="1800200" cy="123111"/>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schemeClr val="bg1"/>
                </a:solidFill>
                <a:effectLst/>
                <a:uLnTx/>
                <a:uFillTx/>
              </a:rPr>
              <a:t>PPT</a:t>
            </a:r>
            <a:r>
              <a:rPr kumimoji="0" lang="zh-CN" altLang="en-US" sz="100" b="0" i="0" u="none" strike="noStrike" kern="0" cap="none" spc="0" normalizeH="0" baseline="0" noProof="0" dirty="0">
                <a:ln>
                  <a:noFill/>
                </a:ln>
                <a:solidFill>
                  <a:schemeClr val="bg1"/>
                </a:solidFill>
                <a:effectLst/>
                <a:uLnTx/>
                <a:uFillTx/>
              </a:rPr>
              <a:t>模板 </a:t>
            </a:r>
            <a:r>
              <a:rPr kumimoji="0" lang="en-US" altLang="zh-CN" sz="100" b="0" i="0" u="none" strike="noStrike" kern="0" cap="none" spc="0" normalizeH="0" baseline="0" noProof="0" dirty="0">
                <a:ln>
                  <a:noFill/>
                </a:ln>
                <a:solidFill>
                  <a:schemeClr val="bg1"/>
                </a:solidFill>
                <a:effectLst/>
                <a:uLnTx/>
                <a:uFillTx/>
              </a:rPr>
              <a:t>http://www.1ppt.com/moban/</a:t>
            </a:r>
            <a:r>
              <a:rPr kumimoji="0" lang="zh-CN" altLang="en-US" sz="100" b="0" i="0" u="none" strike="noStrike" kern="0" cap="none" spc="0" normalizeH="0" baseline="0" noProof="0" dirty="0">
                <a:ln>
                  <a:noFill/>
                </a:ln>
                <a:solidFill>
                  <a:schemeClr val="bg1"/>
                </a:solidFill>
                <a:effectLst/>
                <a:uLnTx/>
                <a:uFillTx/>
              </a:rPr>
              <a:t> </a:t>
            </a:r>
            <a:endParaRPr kumimoji="0" lang="en-US" altLang="zh-CN" sz="100" b="0" i="0" u="none" strike="noStrike" kern="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200673982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dissolve">
                                      <p:cBhvr>
                                        <p:cTn id="28" dur="500"/>
                                        <p:tgtEl>
                                          <p:spTgt spid="1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ssolve">
                                      <p:cBhvr>
                                        <p:cTn id="31" dur="500"/>
                                        <p:tgtEl>
                                          <p:spTgt spid="1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dissolve">
                                      <p:cBhvr>
                                        <p:cTn id="37" dur="500"/>
                                        <p:tgtEl>
                                          <p:spTgt spid="13"/>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dissolve">
                                      <p:cBhvr>
                                        <p:cTn id="40" dur="5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dissolve">
                                      <p:cBhvr>
                                        <p:cTn id="45" dur="500"/>
                                        <p:tgtEl>
                                          <p:spTgt spid="15"/>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dissolve">
                                      <p:cBhvr>
                                        <p:cTn id="48" dur="500"/>
                                        <p:tgtEl>
                                          <p:spTgt spid="16"/>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dissolve">
                                      <p:cBhvr>
                                        <p:cTn id="5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animBg="1"/>
      <p:bldP spid="8" grpId="0"/>
      <p:bldP spid="9" grpId="0"/>
      <p:bldP spid="10" grpId="0" animBg="1"/>
      <p:bldP spid="11" grpId="0" animBg="1"/>
      <p:bldP spid="12" grpId="0"/>
      <p:bldP spid="13" grpId="0"/>
      <p:bldP spid="14" grpId="0" animBg="1"/>
      <p:bldP spid="15" grpId="0"/>
      <p:bldP spid="16"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7"/>
            <a:ext cx="80021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44546A"/>
                </a:solidFill>
                <a:effectLst/>
                <a:uLnTx/>
                <a:uFillTx/>
                <a:cs typeface="+mn-ea"/>
                <a:sym typeface="+mn-lt"/>
              </a:rPr>
              <a:t>分析</a:t>
            </a:r>
          </a:p>
        </p:txBody>
      </p:sp>
      <p:grpSp>
        <p:nvGrpSpPr>
          <p:cNvPr id="29" name="组合 28">
            <a:extLst>
              <a:ext uri="{FF2B5EF4-FFF2-40B4-BE49-F238E27FC236}">
                <a16:creationId xmlns:a16="http://schemas.microsoft.com/office/drawing/2014/main" id="{DF5F9868-E017-421C-87B0-A35C3DE4DC1B}"/>
              </a:ext>
            </a:extLst>
          </p:cNvPr>
          <p:cNvGrpSpPr/>
          <p:nvPr/>
        </p:nvGrpSpPr>
        <p:grpSpPr>
          <a:xfrm>
            <a:off x="899078" y="1724026"/>
            <a:ext cx="5132387" cy="1704974"/>
            <a:chOff x="874713" y="1943101"/>
            <a:chExt cx="5132387" cy="1704974"/>
          </a:xfrm>
        </p:grpSpPr>
        <p:grpSp>
          <p:nvGrpSpPr>
            <p:cNvPr id="30" name="组合 29">
              <a:extLst>
                <a:ext uri="{FF2B5EF4-FFF2-40B4-BE49-F238E27FC236}">
                  <a16:creationId xmlns:a16="http://schemas.microsoft.com/office/drawing/2014/main" id="{E5DA8A51-F5FC-48E3-907B-51CA52AEC7BA}"/>
                </a:ext>
              </a:extLst>
            </p:cNvPr>
            <p:cNvGrpSpPr/>
            <p:nvPr/>
          </p:nvGrpSpPr>
          <p:grpSpPr>
            <a:xfrm>
              <a:off x="874713" y="1943101"/>
              <a:ext cx="5132387" cy="1704974"/>
              <a:chOff x="874713" y="1752601"/>
              <a:chExt cx="5132387" cy="1704974"/>
            </a:xfrm>
          </p:grpSpPr>
          <p:sp>
            <p:nvSpPr>
              <p:cNvPr id="34" name="矩形 33">
                <a:extLst>
                  <a:ext uri="{FF2B5EF4-FFF2-40B4-BE49-F238E27FC236}">
                    <a16:creationId xmlns:a16="http://schemas.microsoft.com/office/drawing/2014/main" id="{0A758BFB-16F3-4A03-977C-9FC650974007}"/>
                  </a:ext>
                </a:extLst>
              </p:cNvPr>
              <p:cNvSpPr/>
              <p:nvPr/>
            </p:nvSpPr>
            <p:spPr>
              <a:xfrm>
                <a:off x="874713" y="1752601"/>
                <a:ext cx="5132387" cy="1704974"/>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rgbClr val="44546A"/>
                  </a:solidFill>
                  <a:cs typeface="+mn-ea"/>
                  <a:sym typeface="+mn-lt"/>
                </a:endParaRPr>
              </a:p>
            </p:txBody>
          </p:sp>
          <p:sp>
            <p:nvSpPr>
              <p:cNvPr id="35" name="椭圆 8">
                <a:extLst>
                  <a:ext uri="{FF2B5EF4-FFF2-40B4-BE49-F238E27FC236}">
                    <a16:creationId xmlns:a16="http://schemas.microsoft.com/office/drawing/2014/main" id="{FEC86CB8-2D52-49E7-B21F-A8591EDFB163}"/>
                  </a:ext>
                </a:extLst>
              </p:cNvPr>
              <p:cNvSpPr/>
              <p:nvPr/>
            </p:nvSpPr>
            <p:spPr>
              <a:xfrm>
                <a:off x="5200650" y="1991396"/>
                <a:ext cx="586015" cy="514075"/>
              </a:xfrm>
              <a:custGeom>
                <a:avLst/>
                <a:gdLst>
                  <a:gd name="connsiteX0" fmla="*/ 352921 w 607646"/>
                  <a:gd name="connsiteY0" fmla="*/ 457945 h 533051"/>
                  <a:gd name="connsiteX1" fmla="*/ 342979 w 607646"/>
                  <a:gd name="connsiteY1" fmla="*/ 462170 h 533051"/>
                  <a:gd name="connsiteX2" fmla="*/ 338854 w 607646"/>
                  <a:gd name="connsiteY2" fmla="*/ 472100 h 533051"/>
                  <a:gd name="connsiteX3" fmla="*/ 342979 w 607646"/>
                  <a:gd name="connsiteY3" fmla="*/ 482029 h 533051"/>
                  <a:gd name="connsiteX4" fmla="*/ 352921 w 607646"/>
                  <a:gd name="connsiteY4" fmla="*/ 486149 h 533051"/>
                  <a:gd name="connsiteX5" fmla="*/ 362863 w 607646"/>
                  <a:gd name="connsiteY5" fmla="*/ 482029 h 533051"/>
                  <a:gd name="connsiteX6" fmla="*/ 366987 w 607646"/>
                  <a:gd name="connsiteY6" fmla="*/ 472100 h 533051"/>
                  <a:gd name="connsiteX7" fmla="*/ 362863 w 607646"/>
                  <a:gd name="connsiteY7" fmla="*/ 462170 h 533051"/>
                  <a:gd name="connsiteX8" fmla="*/ 352921 w 607646"/>
                  <a:gd name="connsiteY8" fmla="*/ 457945 h 533051"/>
                  <a:gd name="connsiteX9" fmla="*/ 438485 w 607646"/>
                  <a:gd name="connsiteY9" fmla="*/ 375972 h 533051"/>
                  <a:gd name="connsiteX10" fmla="*/ 431081 w 607646"/>
                  <a:gd name="connsiteY10" fmla="*/ 379141 h 533051"/>
                  <a:gd name="connsiteX11" fmla="*/ 372699 w 607646"/>
                  <a:gd name="connsiteY11" fmla="*/ 437346 h 533051"/>
                  <a:gd name="connsiteX12" fmla="*/ 369632 w 607646"/>
                  <a:gd name="connsiteY12" fmla="*/ 444846 h 533051"/>
                  <a:gd name="connsiteX13" fmla="*/ 372699 w 607646"/>
                  <a:gd name="connsiteY13" fmla="*/ 452346 h 533051"/>
                  <a:gd name="connsiteX14" fmla="*/ 380208 w 607646"/>
                  <a:gd name="connsiteY14" fmla="*/ 455409 h 533051"/>
                  <a:gd name="connsiteX15" fmla="*/ 387612 w 607646"/>
                  <a:gd name="connsiteY15" fmla="*/ 452346 h 533051"/>
                  <a:gd name="connsiteX16" fmla="*/ 445994 w 607646"/>
                  <a:gd name="connsiteY16" fmla="*/ 394035 h 533051"/>
                  <a:gd name="connsiteX17" fmla="*/ 449062 w 607646"/>
                  <a:gd name="connsiteY17" fmla="*/ 386535 h 533051"/>
                  <a:gd name="connsiteX18" fmla="*/ 445994 w 607646"/>
                  <a:gd name="connsiteY18" fmla="*/ 379141 h 533051"/>
                  <a:gd name="connsiteX19" fmla="*/ 438485 w 607646"/>
                  <a:gd name="connsiteY19" fmla="*/ 375972 h 533051"/>
                  <a:gd name="connsiteX20" fmla="*/ 534943 w 607646"/>
                  <a:gd name="connsiteY20" fmla="*/ 217624 h 533051"/>
                  <a:gd name="connsiteX21" fmla="*/ 553981 w 607646"/>
                  <a:gd name="connsiteY21" fmla="*/ 225547 h 533051"/>
                  <a:gd name="connsiteX22" fmla="*/ 554404 w 607646"/>
                  <a:gd name="connsiteY22" fmla="*/ 225969 h 533051"/>
                  <a:gd name="connsiteX23" fmla="*/ 556520 w 607646"/>
                  <a:gd name="connsiteY23" fmla="*/ 230934 h 533051"/>
                  <a:gd name="connsiteX24" fmla="*/ 554510 w 607646"/>
                  <a:gd name="connsiteY24" fmla="*/ 235899 h 533051"/>
                  <a:gd name="connsiteX25" fmla="*/ 524050 w 607646"/>
                  <a:gd name="connsiteY25" fmla="*/ 266322 h 533051"/>
                  <a:gd name="connsiteX26" fmla="*/ 516752 w 607646"/>
                  <a:gd name="connsiteY26" fmla="*/ 283752 h 533051"/>
                  <a:gd name="connsiteX27" fmla="*/ 524050 w 607646"/>
                  <a:gd name="connsiteY27" fmla="*/ 301182 h 533051"/>
                  <a:gd name="connsiteX28" fmla="*/ 541501 w 607646"/>
                  <a:gd name="connsiteY28" fmla="*/ 308365 h 533051"/>
                  <a:gd name="connsiteX29" fmla="*/ 558952 w 607646"/>
                  <a:gd name="connsiteY29" fmla="*/ 301182 h 533051"/>
                  <a:gd name="connsiteX30" fmla="*/ 589413 w 607646"/>
                  <a:gd name="connsiteY30" fmla="*/ 270759 h 533051"/>
                  <a:gd name="connsiteX31" fmla="*/ 594384 w 607646"/>
                  <a:gd name="connsiteY31" fmla="*/ 268752 h 533051"/>
                  <a:gd name="connsiteX32" fmla="*/ 599355 w 607646"/>
                  <a:gd name="connsiteY32" fmla="*/ 270759 h 533051"/>
                  <a:gd name="connsiteX33" fmla="*/ 599778 w 607646"/>
                  <a:gd name="connsiteY33" fmla="*/ 271181 h 533051"/>
                  <a:gd name="connsiteX34" fmla="*/ 606758 w 607646"/>
                  <a:gd name="connsiteY34" fmla="*/ 297168 h 533051"/>
                  <a:gd name="connsiteX35" fmla="*/ 590047 w 607646"/>
                  <a:gd name="connsiteY35" fmla="*/ 359704 h 533051"/>
                  <a:gd name="connsiteX36" fmla="*/ 571010 w 607646"/>
                  <a:gd name="connsiteY36" fmla="*/ 378612 h 533051"/>
                  <a:gd name="connsiteX37" fmla="*/ 570798 w 607646"/>
                  <a:gd name="connsiteY37" fmla="*/ 378718 h 533051"/>
                  <a:gd name="connsiteX38" fmla="*/ 501627 w 607646"/>
                  <a:gd name="connsiteY38" fmla="*/ 395303 h 533051"/>
                  <a:gd name="connsiteX39" fmla="*/ 377987 w 607646"/>
                  <a:gd name="connsiteY39" fmla="*/ 518790 h 533051"/>
                  <a:gd name="connsiteX40" fmla="*/ 343507 w 607646"/>
                  <a:gd name="connsiteY40" fmla="*/ 533051 h 533051"/>
                  <a:gd name="connsiteX41" fmla="*/ 309028 w 607646"/>
                  <a:gd name="connsiteY41" fmla="*/ 518790 h 533051"/>
                  <a:gd name="connsiteX42" fmla="*/ 306066 w 607646"/>
                  <a:gd name="connsiteY42" fmla="*/ 515833 h 533051"/>
                  <a:gd name="connsiteX43" fmla="*/ 291788 w 607646"/>
                  <a:gd name="connsiteY43" fmla="*/ 481501 h 533051"/>
                  <a:gd name="connsiteX44" fmla="*/ 306066 w 607646"/>
                  <a:gd name="connsiteY44" fmla="*/ 447064 h 533051"/>
                  <a:gd name="connsiteX45" fmla="*/ 429707 w 607646"/>
                  <a:gd name="connsiteY45" fmla="*/ 323576 h 533051"/>
                  <a:gd name="connsiteX46" fmla="*/ 446418 w 607646"/>
                  <a:gd name="connsiteY46" fmla="*/ 254491 h 533051"/>
                  <a:gd name="connsiteX47" fmla="*/ 446418 w 607646"/>
                  <a:gd name="connsiteY47" fmla="*/ 254280 h 533051"/>
                  <a:gd name="connsiteX48" fmla="*/ 465455 w 607646"/>
                  <a:gd name="connsiteY48" fmla="*/ 235265 h 533051"/>
                  <a:gd name="connsiteX49" fmla="*/ 527963 w 607646"/>
                  <a:gd name="connsiteY49" fmla="*/ 218575 h 533051"/>
                  <a:gd name="connsiteX50" fmla="*/ 534943 w 607646"/>
                  <a:gd name="connsiteY50" fmla="*/ 217624 h 533051"/>
                  <a:gd name="connsiteX51" fmla="*/ 253873 w 607646"/>
                  <a:gd name="connsiteY51" fmla="*/ 140927 h 533051"/>
                  <a:gd name="connsiteX52" fmla="*/ 141005 w 607646"/>
                  <a:gd name="connsiteY52" fmla="*/ 253542 h 533051"/>
                  <a:gd name="connsiteX53" fmla="*/ 253873 w 607646"/>
                  <a:gd name="connsiteY53" fmla="*/ 366262 h 533051"/>
                  <a:gd name="connsiteX54" fmla="*/ 366741 w 607646"/>
                  <a:gd name="connsiteY54" fmla="*/ 253542 h 533051"/>
                  <a:gd name="connsiteX55" fmla="*/ 253873 w 607646"/>
                  <a:gd name="connsiteY55" fmla="*/ 140927 h 533051"/>
                  <a:gd name="connsiteX56" fmla="*/ 232929 w 607646"/>
                  <a:gd name="connsiteY56" fmla="*/ 0 h 533051"/>
                  <a:gd name="connsiteX57" fmla="*/ 274818 w 607646"/>
                  <a:gd name="connsiteY57" fmla="*/ 0 h 533051"/>
                  <a:gd name="connsiteX58" fmla="*/ 316918 w 607646"/>
                  <a:gd name="connsiteY58" fmla="*/ 42045 h 533051"/>
                  <a:gd name="connsiteX59" fmla="*/ 316918 w 607646"/>
                  <a:gd name="connsiteY59" fmla="*/ 55885 h 533051"/>
                  <a:gd name="connsiteX60" fmla="*/ 349287 w 607646"/>
                  <a:gd name="connsiteY60" fmla="*/ 69301 h 533051"/>
                  <a:gd name="connsiteX61" fmla="*/ 359125 w 607646"/>
                  <a:gd name="connsiteY61" fmla="*/ 59476 h 533051"/>
                  <a:gd name="connsiteX62" fmla="*/ 388849 w 607646"/>
                  <a:gd name="connsiteY62" fmla="*/ 47222 h 533051"/>
                  <a:gd name="connsiteX63" fmla="*/ 418574 w 607646"/>
                  <a:gd name="connsiteY63" fmla="*/ 59476 h 533051"/>
                  <a:gd name="connsiteX64" fmla="*/ 448192 w 607646"/>
                  <a:gd name="connsiteY64" fmla="*/ 89162 h 533051"/>
                  <a:gd name="connsiteX65" fmla="*/ 448192 w 607646"/>
                  <a:gd name="connsiteY65" fmla="*/ 148533 h 533051"/>
                  <a:gd name="connsiteX66" fmla="*/ 438460 w 607646"/>
                  <a:gd name="connsiteY66" fmla="*/ 158252 h 533051"/>
                  <a:gd name="connsiteX67" fmla="*/ 451789 w 607646"/>
                  <a:gd name="connsiteY67" fmla="*/ 190684 h 533051"/>
                  <a:gd name="connsiteX68" fmla="*/ 465752 w 607646"/>
                  <a:gd name="connsiteY68" fmla="*/ 190684 h 533051"/>
                  <a:gd name="connsiteX69" fmla="*/ 497909 w 607646"/>
                  <a:gd name="connsiteY69" fmla="*/ 205685 h 533051"/>
                  <a:gd name="connsiteX70" fmla="*/ 450837 w 607646"/>
                  <a:gd name="connsiteY70" fmla="*/ 218257 h 533051"/>
                  <a:gd name="connsiteX71" fmla="*/ 419420 w 607646"/>
                  <a:gd name="connsiteY71" fmla="*/ 249739 h 533051"/>
                  <a:gd name="connsiteX72" fmla="*/ 419208 w 607646"/>
                  <a:gd name="connsiteY72" fmla="*/ 250372 h 533051"/>
                  <a:gd name="connsiteX73" fmla="*/ 403764 w 607646"/>
                  <a:gd name="connsiteY73" fmla="*/ 314603 h 533051"/>
                  <a:gd name="connsiteX74" fmla="*/ 283598 w 607646"/>
                  <a:gd name="connsiteY74" fmla="*/ 434613 h 533051"/>
                  <a:gd name="connsiteX75" fmla="*/ 264134 w 607646"/>
                  <a:gd name="connsiteY75" fmla="*/ 481518 h 533051"/>
                  <a:gd name="connsiteX76" fmla="*/ 269317 w 607646"/>
                  <a:gd name="connsiteY76" fmla="*/ 507083 h 533051"/>
                  <a:gd name="connsiteX77" fmla="*/ 232929 w 607646"/>
                  <a:gd name="connsiteY77" fmla="*/ 507083 h 533051"/>
                  <a:gd name="connsiteX78" fmla="*/ 190828 w 607646"/>
                  <a:gd name="connsiteY78" fmla="*/ 465143 h 533051"/>
                  <a:gd name="connsiteX79" fmla="*/ 190828 w 607646"/>
                  <a:gd name="connsiteY79" fmla="*/ 451304 h 533051"/>
                  <a:gd name="connsiteX80" fmla="*/ 158459 w 607646"/>
                  <a:gd name="connsiteY80" fmla="*/ 437888 h 533051"/>
                  <a:gd name="connsiteX81" fmla="*/ 148622 w 607646"/>
                  <a:gd name="connsiteY81" fmla="*/ 447712 h 533051"/>
                  <a:gd name="connsiteX82" fmla="*/ 118897 w 607646"/>
                  <a:gd name="connsiteY82" fmla="*/ 459967 h 533051"/>
                  <a:gd name="connsiteX83" fmla="*/ 89173 w 607646"/>
                  <a:gd name="connsiteY83" fmla="*/ 447712 h 533051"/>
                  <a:gd name="connsiteX84" fmla="*/ 59554 w 607646"/>
                  <a:gd name="connsiteY84" fmla="*/ 418027 h 533051"/>
                  <a:gd name="connsiteX85" fmla="*/ 59554 w 607646"/>
                  <a:gd name="connsiteY85" fmla="*/ 358656 h 533051"/>
                  <a:gd name="connsiteX86" fmla="*/ 69286 w 607646"/>
                  <a:gd name="connsiteY86" fmla="*/ 348831 h 533051"/>
                  <a:gd name="connsiteX87" fmla="*/ 55958 w 607646"/>
                  <a:gd name="connsiteY87" fmla="*/ 316505 h 533051"/>
                  <a:gd name="connsiteX88" fmla="*/ 41995 w 607646"/>
                  <a:gd name="connsiteY88" fmla="*/ 316505 h 533051"/>
                  <a:gd name="connsiteX89" fmla="*/ 0 w 607646"/>
                  <a:gd name="connsiteY89" fmla="*/ 274565 h 533051"/>
                  <a:gd name="connsiteX90" fmla="*/ 0 w 607646"/>
                  <a:gd name="connsiteY90" fmla="*/ 232625 h 533051"/>
                  <a:gd name="connsiteX91" fmla="*/ 41995 w 607646"/>
                  <a:gd name="connsiteY91" fmla="*/ 190684 h 533051"/>
                  <a:gd name="connsiteX92" fmla="*/ 55958 w 607646"/>
                  <a:gd name="connsiteY92" fmla="*/ 190684 h 533051"/>
                  <a:gd name="connsiteX93" fmla="*/ 69286 w 607646"/>
                  <a:gd name="connsiteY93" fmla="*/ 158252 h 533051"/>
                  <a:gd name="connsiteX94" fmla="*/ 59554 w 607646"/>
                  <a:gd name="connsiteY94" fmla="*/ 148533 h 533051"/>
                  <a:gd name="connsiteX95" fmla="*/ 59554 w 607646"/>
                  <a:gd name="connsiteY95" fmla="*/ 89162 h 533051"/>
                  <a:gd name="connsiteX96" fmla="*/ 89173 w 607646"/>
                  <a:gd name="connsiteY96" fmla="*/ 59476 h 533051"/>
                  <a:gd name="connsiteX97" fmla="*/ 118897 w 607646"/>
                  <a:gd name="connsiteY97" fmla="*/ 47222 h 533051"/>
                  <a:gd name="connsiteX98" fmla="*/ 148622 w 607646"/>
                  <a:gd name="connsiteY98" fmla="*/ 59476 h 533051"/>
                  <a:gd name="connsiteX99" fmla="*/ 158459 w 607646"/>
                  <a:gd name="connsiteY99" fmla="*/ 69301 h 533051"/>
                  <a:gd name="connsiteX100" fmla="*/ 190828 w 607646"/>
                  <a:gd name="connsiteY100" fmla="*/ 55885 h 533051"/>
                  <a:gd name="connsiteX101" fmla="*/ 190828 w 607646"/>
                  <a:gd name="connsiteY101" fmla="*/ 42045 h 533051"/>
                  <a:gd name="connsiteX102" fmla="*/ 232929 w 607646"/>
                  <a:gd name="connsiteY102" fmla="*/ 0 h 533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607646" h="533051">
                    <a:moveTo>
                      <a:pt x="352921" y="457945"/>
                    </a:moveTo>
                    <a:cubicBezTo>
                      <a:pt x="349113" y="457945"/>
                      <a:pt x="345623" y="459423"/>
                      <a:pt x="342979" y="462170"/>
                    </a:cubicBezTo>
                    <a:cubicBezTo>
                      <a:pt x="340229" y="464811"/>
                      <a:pt x="338854" y="468297"/>
                      <a:pt x="338854" y="472100"/>
                    </a:cubicBezTo>
                    <a:cubicBezTo>
                      <a:pt x="338854" y="475797"/>
                      <a:pt x="340229" y="479389"/>
                      <a:pt x="342979" y="482029"/>
                    </a:cubicBezTo>
                    <a:cubicBezTo>
                      <a:pt x="345623" y="484670"/>
                      <a:pt x="349113" y="486149"/>
                      <a:pt x="352921" y="486149"/>
                    </a:cubicBezTo>
                    <a:cubicBezTo>
                      <a:pt x="356622" y="486149"/>
                      <a:pt x="360218" y="484670"/>
                      <a:pt x="362863" y="482029"/>
                    </a:cubicBezTo>
                    <a:cubicBezTo>
                      <a:pt x="365507" y="479389"/>
                      <a:pt x="366987" y="475797"/>
                      <a:pt x="366987" y="472100"/>
                    </a:cubicBezTo>
                    <a:cubicBezTo>
                      <a:pt x="366987" y="468297"/>
                      <a:pt x="365507" y="464811"/>
                      <a:pt x="362863" y="462170"/>
                    </a:cubicBezTo>
                    <a:cubicBezTo>
                      <a:pt x="360218" y="459423"/>
                      <a:pt x="356622" y="457945"/>
                      <a:pt x="352921" y="457945"/>
                    </a:cubicBezTo>
                    <a:close/>
                    <a:moveTo>
                      <a:pt x="438485" y="375972"/>
                    </a:moveTo>
                    <a:cubicBezTo>
                      <a:pt x="435735" y="375972"/>
                      <a:pt x="432985" y="377134"/>
                      <a:pt x="431081" y="379141"/>
                    </a:cubicBezTo>
                    <a:lnTo>
                      <a:pt x="372699" y="437346"/>
                    </a:lnTo>
                    <a:cubicBezTo>
                      <a:pt x="370689" y="439353"/>
                      <a:pt x="369632" y="441994"/>
                      <a:pt x="369632" y="444846"/>
                    </a:cubicBezTo>
                    <a:cubicBezTo>
                      <a:pt x="369632" y="447698"/>
                      <a:pt x="370689" y="450339"/>
                      <a:pt x="372699" y="452346"/>
                    </a:cubicBezTo>
                    <a:cubicBezTo>
                      <a:pt x="374708" y="454353"/>
                      <a:pt x="377352" y="455409"/>
                      <a:pt x="380208" y="455409"/>
                    </a:cubicBezTo>
                    <a:cubicBezTo>
                      <a:pt x="382958" y="455409"/>
                      <a:pt x="385602" y="454353"/>
                      <a:pt x="387612" y="452346"/>
                    </a:cubicBezTo>
                    <a:lnTo>
                      <a:pt x="445994" y="394035"/>
                    </a:lnTo>
                    <a:cubicBezTo>
                      <a:pt x="448004" y="392028"/>
                      <a:pt x="449062" y="389387"/>
                      <a:pt x="449062" y="386535"/>
                    </a:cubicBezTo>
                    <a:cubicBezTo>
                      <a:pt x="449062" y="383789"/>
                      <a:pt x="448004" y="381148"/>
                      <a:pt x="445994" y="379141"/>
                    </a:cubicBezTo>
                    <a:cubicBezTo>
                      <a:pt x="443985" y="377134"/>
                      <a:pt x="441341" y="375972"/>
                      <a:pt x="438485" y="375972"/>
                    </a:cubicBezTo>
                    <a:close/>
                    <a:moveTo>
                      <a:pt x="534943" y="217624"/>
                    </a:moveTo>
                    <a:cubicBezTo>
                      <a:pt x="542136" y="217624"/>
                      <a:pt x="548905" y="220371"/>
                      <a:pt x="553981" y="225547"/>
                    </a:cubicBezTo>
                    <a:lnTo>
                      <a:pt x="554404" y="225969"/>
                    </a:lnTo>
                    <a:cubicBezTo>
                      <a:pt x="555779" y="227237"/>
                      <a:pt x="556520" y="229033"/>
                      <a:pt x="556520" y="230934"/>
                    </a:cubicBezTo>
                    <a:cubicBezTo>
                      <a:pt x="556520" y="232836"/>
                      <a:pt x="555779" y="234632"/>
                      <a:pt x="554510" y="235899"/>
                    </a:cubicBezTo>
                    <a:lnTo>
                      <a:pt x="524050" y="266322"/>
                    </a:lnTo>
                    <a:cubicBezTo>
                      <a:pt x="519396" y="270970"/>
                      <a:pt x="516752" y="277203"/>
                      <a:pt x="516752" y="283752"/>
                    </a:cubicBezTo>
                    <a:cubicBezTo>
                      <a:pt x="516752" y="290301"/>
                      <a:pt x="519396" y="296534"/>
                      <a:pt x="524050" y="301182"/>
                    </a:cubicBezTo>
                    <a:cubicBezTo>
                      <a:pt x="528703" y="305830"/>
                      <a:pt x="534838" y="308365"/>
                      <a:pt x="541501" y="308365"/>
                    </a:cubicBezTo>
                    <a:cubicBezTo>
                      <a:pt x="548058" y="308365"/>
                      <a:pt x="554299" y="305830"/>
                      <a:pt x="558952" y="301182"/>
                    </a:cubicBezTo>
                    <a:lnTo>
                      <a:pt x="589413" y="270759"/>
                    </a:lnTo>
                    <a:cubicBezTo>
                      <a:pt x="590682" y="269491"/>
                      <a:pt x="592480" y="268752"/>
                      <a:pt x="594384" y="268752"/>
                    </a:cubicBezTo>
                    <a:cubicBezTo>
                      <a:pt x="596288" y="268752"/>
                      <a:pt x="597980" y="269491"/>
                      <a:pt x="599355" y="270759"/>
                    </a:cubicBezTo>
                    <a:lnTo>
                      <a:pt x="599778" y="271181"/>
                    </a:lnTo>
                    <a:cubicBezTo>
                      <a:pt x="606547" y="277942"/>
                      <a:pt x="609191" y="287977"/>
                      <a:pt x="606758" y="297168"/>
                    </a:cubicBezTo>
                    <a:lnTo>
                      <a:pt x="590047" y="359704"/>
                    </a:lnTo>
                    <a:cubicBezTo>
                      <a:pt x="587509" y="368894"/>
                      <a:pt x="580211" y="376183"/>
                      <a:pt x="571010" y="378612"/>
                    </a:cubicBezTo>
                    <a:cubicBezTo>
                      <a:pt x="570904" y="378718"/>
                      <a:pt x="570904" y="378718"/>
                      <a:pt x="570798" y="378718"/>
                    </a:cubicBezTo>
                    <a:lnTo>
                      <a:pt x="501627" y="395303"/>
                    </a:lnTo>
                    <a:lnTo>
                      <a:pt x="377987" y="518790"/>
                    </a:lnTo>
                    <a:cubicBezTo>
                      <a:pt x="368785" y="527981"/>
                      <a:pt x="356517" y="533051"/>
                      <a:pt x="343507" y="533051"/>
                    </a:cubicBezTo>
                    <a:cubicBezTo>
                      <a:pt x="330498" y="533051"/>
                      <a:pt x="318229" y="527981"/>
                      <a:pt x="309028" y="518790"/>
                    </a:cubicBezTo>
                    <a:lnTo>
                      <a:pt x="306066" y="515833"/>
                    </a:lnTo>
                    <a:cubicBezTo>
                      <a:pt x="296865" y="506642"/>
                      <a:pt x="291788" y="494494"/>
                      <a:pt x="291788" y="481501"/>
                    </a:cubicBezTo>
                    <a:cubicBezTo>
                      <a:pt x="291788" y="468402"/>
                      <a:pt x="296865" y="456254"/>
                      <a:pt x="306066" y="447064"/>
                    </a:cubicBezTo>
                    <a:lnTo>
                      <a:pt x="429707" y="323576"/>
                    </a:lnTo>
                    <a:lnTo>
                      <a:pt x="446418" y="254491"/>
                    </a:lnTo>
                    <a:cubicBezTo>
                      <a:pt x="446418" y="254385"/>
                      <a:pt x="446418" y="254385"/>
                      <a:pt x="446418" y="254280"/>
                    </a:cubicBezTo>
                    <a:cubicBezTo>
                      <a:pt x="448956" y="245089"/>
                      <a:pt x="456254" y="237801"/>
                      <a:pt x="465455" y="235265"/>
                    </a:cubicBezTo>
                    <a:lnTo>
                      <a:pt x="527963" y="218575"/>
                    </a:lnTo>
                    <a:cubicBezTo>
                      <a:pt x="530290" y="217941"/>
                      <a:pt x="532617" y="217624"/>
                      <a:pt x="534943" y="217624"/>
                    </a:cubicBezTo>
                    <a:close/>
                    <a:moveTo>
                      <a:pt x="253873" y="140927"/>
                    </a:moveTo>
                    <a:cubicBezTo>
                      <a:pt x="191674" y="140927"/>
                      <a:pt x="141005" y="191424"/>
                      <a:pt x="141005" y="253542"/>
                    </a:cubicBezTo>
                    <a:cubicBezTo>
                      <a:pt x="141005" y="315765"/>
                      <a:pt x="191674" y="366262"/>
                      <a:pt x="253873" y="366262"/>
                    </a:cubicBezTo>
                    <a:cubicBezTo>
                      <a:pt x="316072" y="366262"/>
                      <a:pt x="366741" y="315765"/>
                      <a:pt x="366741" y="253542"/>
                    </a:cubicBezTo>
                    <a:cubicBezTo>
                      <a:pt x="366741" y="191424"/>
                      <a:pt x="316072" y="140927"/>
                      <a:pt x="253873" y="140927"/>
                    </a:cubicBezTo>
                    <a:close/>
                    <a:moveTo>
                      <a:pt x="232929" y="0"/>
                    </a:moveTo>
                    <a:lnTo>
                      <a:pt x="274818" y="0"/>
                    </a:lnTo>
                    <a:cubicBezTo>
                      <a:pt x="298090" y="0"/>
                      <a:pt x="316918" y="18910"/>
                      <a:pt x="316918" y="42045"/>
                    </a:cubicBezTo>
                    <a:lnTo>
                      <a:pt x="316918" y="55885"/>
                    </a:lnTo>
                    <a:cubicBezTo>
                      <a:pt x="328025" y="59371"/>
                      <a:pt x="338921" y="63913"/>
                      <a:pt x="349287" y="69301"/>
                    </a:cubicBezTo>
                    <a:lnTo>
                      <a:pt x="359125" y="59476"/>
                    </a:lnTo>
                    <a:cubicBezTo>
                      <a:pt x="367058" y="51553"/>
                      <a:pt x="377637" y="47222"/>
                      <a:pt x="388849" y="47222"/>
                    </a:cubicBezTo>
                    <a:cubicBezTo>
                      <a:pt x="400062" y="47222"/>
                      <a:pt x="410640" y="51553"/>
                      <a:pt x="418574" y="59476"/>
                    </a:cubicBezTo>
                    <a:lnTo>
                      <a:pt x="448192" y="89162"/>
                    </a:lnTo>
                    <a:cubicBezTo>
                      <a:pt x="464588" y="105536"/>
                      <a:pt x="464588" y="132158"/>
                      <a:pt x="448192" y="148533"/>
                    </a:cubicBezTo>
                    <a:lnTo>
                      <a:pt x="438460" y="158252"/>
                    </a:lnTo>
                    <a:cubicBezTo>
                      <a:pt x="443749" y="168710"/>
                      <a:pt x="448298" y="179486"/>
                      <a:pt x="451789" y="190684"/>
                    </a:cubicBezTo>
                    <a:lnTo>
                      <a:pt x="465752" y="190684"/>
                    </a:lnTo>
                    <a:cubicBezTo>
                      <a:pt x="478657" y="190684"/>
                      <a:pt x="490187" y="196494"/>
                      <a:pt x="497909" y="205685"/>
                    </a:cubicBezTo>
                    <a:lnTo>
                      <a:pt x="450837" y="218257"/>
                    </a:lnTo>
                    <a:cubicBezTo>
                      <a:pt x="435604" y="222377"/>
                      <a:pt x="423440" y="234420"/>
                      <a:pt x="419420" y="249739"/>
                    </a:cubicBezTo>
                    <a:cubicBezTo>
                      <a:pt x="419314" y="249950"/>
                      <a:pt x="419314" y="250161"/>
                      <a:pt x="419208" y="250372"/>
                    </a:cubicBezTo>
                    <a:lnTo>
                      <a:pt x="403764" y="314603"/>
                    </a:lnTo>
                    <a:lnTo>
                      <a:pt x="283598" y="434613"/>
                    </a:lnTo>
                    <a:cubicBezTo>
                      <a:pt x="271010" y="447078"/>
                      <a:pt x="264134" y="463770"/>
                      <a:pt x="264134" y="481518"/>
                    </a:cubicBezTo>
                    <a:cubicBezTo>
                      <a:pt x="264134" y="490392"/>
                      <a:pt x="265932" y="499160"/>
                      <a:pt x="269317" y="507083"/>
                    </a:cubicBezTo>
                    <a:lnTo>
                      <a:pt x="232929" y="507083"/>
                    </a:lnTo>
                    <a:cubicBezTo>
                      <a:pt x="209657" y="507083"/>
                      <a:pt x="190828" y="488279"/>
                      <a:pt x="190828" y="465143"/>
                    </a:cubicBezTo>
                    <a:lnTo>
                      <a:pt x="190828" y="451304"/>
                    </a:lnTo>
                    <a:cubicBezTo>
                      <a:pt x="179721" y="447712"/>
                      <a:pt x="168826" y="443275"/>
                      <a:pt x="158459" y="437888"/>
                    </a:cubicBezTo>
                    <a:lnTo>
                      <a:pt x="148622" y="447712"/>
                    </a:lnTo>
                    <a:cubicBezTo>
                      <a:pt x="140688" y="455635"/>
                      <a:pt x="130110" y="459967"/>
                      <a:pt x="118897" y="459967"/>
                    </a:cubicBezTo>
                    <a:cubicBezTo>
                      <a:pt x="107685" y="459967"/>
                      <a:pt x="97107" y="455635"/>
                      <a:pt x="89173" y="447712"/>
                    </a:cubicBezTo>
                    <a:lnTo>
                      <a:pt x="59554" y="418027"/>
                    </a:lnTo>
                    <a:cubicBezTo>
                      <a:pt x="43158" y="401652"/>
                      <a:pt x="43158" y="375030"/>
                      <a:pt x="59554" y="358656"/>
                    </a:cubicBezTo>
                    <a:lnTo>
                      <a:pt x="69286" y="348831"/>
                    </a:lnTo>
                    <a:cubicBezTo>
                      <a:pt x="63997" y="338478"/>
                      <a:pt x="59449" y="327597"/>
                      <a:pt x="55958" y="316505"/>
                    </a:cubicBezTo>
                    <a:lnTo>
                      <a:pt x="41995" y="316505"/>
                    </a:lnTo>
                    <a:cubicBezTo>
                      <a:pt x="18829" y="316505"/>
                      <a:pt x="0" y="297700"/>
                      <a:pt x="0" y="274565"/>
                    </a:cubicBezTo>
                    <a:lnTo>
                      <a:pt x="0" y="232625"/>
                    </a:lnTo>
                    <a:cubicBezTo>
                      <a:pt x="0" y="209488"/>
                      <a:pt x="18829" y="190684"/>
                      <a:pt x="41995" y="190684"/>
                    </a:cubicBezTo>
                    <a:lnTo>
                      <a:pt x="55958" y="190684"/>
                    </a:lnTo>
                    <a:cubicBezTo>
                      <a:pt x="59449" y="179486"/>
                      <a:pt x="63997" y="168710"/>
                      <a:pt x="69286" y="158252"/>
                    </a:cubicBezTo>
                    <a:lnTo>
                      <a:pt x="59554" y="148533"/>
                    </a:lnTo>
                    <a:cubicBezTo>
                      <a:pt x="43158" y="132158"/>
                      <a:pt x="43158" y="105536"/>
                      <a:pt x="59554" y="89162"/>
                    </a:cubicBezTo>
                    <a:lnTo>
                      <a:pt x="89173" y="59476"/>
                    </a:lnTo>
                    <a:cubicBezTo>
                      <a:pt x="97107" y="51553"/>
                      <a:pt x="107685" y="47222"/>
                      <a:pt x="118897" y="47222"/>
                    </a:cubicBezTo>
                    <a:cubicBezTo>
                      <a:pt x="130110" y="47222"/>
                      <a:pt x="140688" y="51553"/>
                      <a:pt x="148622" y="59476"/>
                    </a:cubicBezTo>
                    <a:lnTo>
                      <a:pt x="158459" y="69301"/>
                    </a:lnTo>
                    <a:cubicBezTo>
                      <a:pt x="168826" y="63913"/>
                      <a:pt x="179721" y="59371"/>
                      <a:pt x="190828" y="55885"/>
                    </a:cubicBezTo>
                    <a:lnTo>
                      <a:pt x="190828" y="42045"/>
                    </a:lnTo>
                    <a:cubicBezTo>
                      <a:pt x="190828" y="18910"/>
                      <a:pt x="209657" y="0"/>
                      <a:pt x="232929" y="0"/>
                    </a:cubicBezTo>
                    <a:close/>
                  </a:path>
                </a:pathLst>
              </a:cu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rgbClr val="44546A"/>
                  </a:solidFill>
                  <a:cs typeface="+mn-ea"/>
                  <a:sym typeface="+mn-lt"/>
                </a:endParaRPr>
              </a:p>
            </p:txBody>
          </p:sp>
        </p:grpSp>
        <p:grpSp>
          <p:nvGrpSpPr>
            <p:cNvPr id="31" name="组合 30">
              <a:extLst>
                <a:ext uri="{FF2B5EF4-FFF2-40B4-BE49-F238E27FC236}">
                  <a16:creationId xmlns:a16="http://schemas.microsoft.com/office/drawing/2014/main" id="{8117E859-9900-40CC-A19F-981814A8E211}"/>
                </a:ext>
              </a:extLst>
            </p:cNvPr>
            <p:cNvGrpSpPr/>
            <p:nvPr/>
          </p:nvGrpSpPr>
          <p:grpSpPr>
            <a:xfrm>
              <a:off x="1259398" y="2277135"/>
              <a:ext cx="3941252" cy="1005506"/>
              <a:chOff x="7483989" y="3314482"/>
              <a:chExt cx="3941252" cy="1005506"/>
            </a:xfrm>
          </p:grpSpPr>
          <p:sp>
            <p:nvSpPr>
              <p:cNvPr id="32" name="矩形 31">
                <a:extLst>
                  <a:ext uri="{FF2B5EF4-FFF2-40B4-BE49-F238E27FC236}">
                    <a16:creationId xmlns:a16="http://schemas.microsoft.com/office/drawing/2014/main" id="{3432412B-8E70-4E04-9AEB-F0521BCA5501}"/>
                  </a:ext>
                </a:extLst>
              </p:cNvPr>
              <p:cNvSpPr/>
              <p:nvPr/>
            </p:nvSpPr>
            <p:spPr>
              <a:xfrm>
                <a:off x="7483989" y="3732519"/>
                <a:ext cx="3941252" cy="587469"/>
              </a:xfrm>
              <a:prstGeom prst="rect">
                <a:avLst/>
              </a:prstGeom>
              <a:ln>
                <a:noFill/>
              </a:ln>
            </p:spPr>
            <p:txBody>
              <a:bodyPr wrap="square">
                <a:spAutoFit/>
                <a:scene3d>
                  <a:camera prst="orthographicFront"/>
                  <a:lightRig rig="threePt" dir="t"/>
                </a:scene3d>
                <a:sp3d contourW="12700"/>
              </a:bodyPr>
              <a:lstStyle/>
              <a:p>
                <a:pPr algn="just">
                  <a:lnSpc>
                    <a:spcPct val="120000"/>
                  </a:lnSpc>
                </a:pPr>
                <a:r>
                  <a:rPr lang="zh-CN" altLang="en-US" sz="1400" dirty="0">
                    <a:solidFill>
                      <a:srgbClr val="44546A"/>
                    </a:solidFill>
                    <a:cs typeface="+mn-ea"/>
                    <a:sym typeface="+mn-lt"/>
                  </a:rPr>
                  <a:t>系统服务包括了广轻学生生活中经常接触以及不可或缺的功能。</a:t>
                </a:r>
              </a:p>
            </p:txBody>
          </p:sp>
          <p:sp>
            <p:nvSpPr>
              <p:cNvPr id="33" name="矩形 32">
                <a:extLst>
                  <a:ext uri="{FF2B5EF4-FFF2-40B4-BE49-F238E27FC236}">
                    <a16:creationId xmlns:a16="http://schemas.microsoft.com/office/drawing/2014/main" id="{C86813B7-7F05-4ED3-B04F-5580D7186DC0}"/>
                  </a:ext>
                </a:extLst>
              </p:cNvPr>
              <p:cNvSpPr/>
              <p:nvPr/>
            </p:nvSpPr>
            <p:spPr>
              <a:xfrm>
                <a:off x="7483989" y="3314482"/>
                <a:ext cx="2050552" cy="396583"/>
              </a:xfrm>
              <a:prstGeom prst="rect">
                <a:avLst/>
              </a:prstGeom>
              <a:ln>
                <a:noFill/>
              </a:ln>
            </p:spPr>
            <p:txBody>
              <a:bodyPr wrap="square">
                <a:spAutoFit/>
                <a:scene3d>
                  <a:camera prst="orthographicFront"/>
                  <a:lightRig rig="threePt" dir="t"/>
                </a:scene3d>
                <a:sp3d contourW="12700"/>
              </a:bodyPr>
              <a:lstStyle/>
              <a:p>
                <a:pPr algn="just">
                  <a:lnSpc>
                    <a:spcPct val="120000"/>
                  </a:lnSpc>
                </a:pPr>
                <a:r>
                  <a:rPr lang="zh-CN" altLang="en-US" b="1" dirty="0">
                    <a:solidFill>
                      <a:srgbClr val="44546A"/>
                    </a:solidFill>
                    <a:cs typeface="+mn-ea"/>
                    <a:sym typeface="+mn-lt"/>
                  </a:rPr>
                  <a:t>广轻学生</a:t>
                </a:r>
              </a:p>
            </p:txBody>
          </p:sp>
        </p:grpSp>
      </p:grpSp>
      <p:grpSp>
        <p:nvGrpSpPr>
          <p:cNvPr id="36" name="组合 35">
            <a:extLst>
              <a:ext uri="{FF2B5EF4-FFF2-40B4-BE49-F238E27FC236}">
                <a16:creationId xmlns:a16="http://schemas.microsoft.com/office/drawing/2014/main" id="{5D13AA60-6D61-4460-9527-543E229F120C}"/>
              </a:ext>
            </a:extLst>
          </p:cNvPr>
          <p:cNvGrpSpPr/>
          <p:nvPr/>
        </p:nvGrpSpPr>
        <p:grpSpPr>
          <a:xfrm>
            <a:off x="899078" y="3703638"/>
            <a:ext cx="5132387" cy="1704974"/>
            <a:chOff x="874713" y="3922713"/>
            <a:chExt cx="5132387" cy="1704974"/>
          </a:xfrm>
        </p:grpSpPr>
        <p:grpSp>
          <p:nvGrpSpPr>
            <p:cNvPr id="37" name="组合 36">
              <a:extLst>
                <a:ext uri="{FF2B5EF4-FFF2-40B4-BE49-F238E27FC236}">
                  <a16:creationId xmlns:a16="http://schemas.microsoft.com/office/drawing/2014/main" id="{87741F1D-BE3A-44F8-A46B-71A2C6CB3A3C}"/>
                </a:ext>
              </a:extLst>
            </p:cNvPr>
            <p:cNvGrpSpPr/>
            <p:nvPr/>
          </p:nvGrpSpPr>
          <p:grpSpPr>
            <a:xfrm>
              <a:off x="874713" y="3922713"/>
              <a:ext cx="5132387" cy="1704974"/>
              <a:chOff x="874713" y="1752601"/>
              <a:chExt cx="5132387" cy="1704974"/>
            </a:xfrm>
          </p:grpSpPr>
          <p:sp>
            <p:nvSpPr>
              <p:cNvPr id="41" name="矩形 40">
                <a:extLst>
                  <a:ext uri="{FF2B5EF4-FFF2-40B4-BE49-F238E27FC236}">
                    <a16:creationId xmlns:a16="http://schemas.microsoft.com/office/drawing/2014/main" id="{69B07898-829B-40C3-888A-82B75B6C4BE6}"/>
                  </a:ext>
                </a:extLst>
              </p:cNvPr>
              <p:cNvSpPr/>
              <p:nvPr/>
            </p:nvSpPr>
            <p:spPr>
              <a:xfrm>
                <a:off x="874713" y="1752601"/>
                <a:ext cx="5132387" cy="1704974"/>
              </a:xfrm>
              <a:prstGeom prst="rect">
                <a:avLst/>
              </a:prstGeom>
              <a:noFill/>
              <a:ln>
                <a:solidFill>
                  <a:srgbClr val="A6A6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rgbClr val="44546A"/>
                  </a:solidFill>
                  <a:cs typeface="+mn-ea"/>
                  <a:sym typeface="+mn-lt"/>
                </a:endParaRPr>
              </a:p>
            </p:txBody>
          </p:sp>
          <p:sp>
            <p:nvSpPr>
              <p:cNvPr id="42" name="椭圆 31">
                <a:extLst>
                  <a:ext uri="{FF2B5EF4-FFF2-40B4-BE49-F238E27FC236}">
                    <a16:creationId xmlns:a16="http://schemas.microsoft.com/office/drawing/2014/main" id="{D6564A51-9B7A-4615-9390-1B4B1FC3971F}"/>
                  </a:ext>
                </a:extLst>
              </p:cNvPr>
              <p:cNvSpPr/>
              <p:nvPr/>
            </p:nvSpPr>
            <p:spPr>
              <a:xfrm>
                <a:off x="5209572" y="1955426"/>
                <a:ext cx="568171" cy="586015"/>
              </a:xfrm>
              <a:custGeom>
                <a:avLst/>
                <a:gdLst>
                  <a:gd name="connsiteX0" fmla="*/ 559267 w 589292"/>
                  <a:gd name="connsiteY0" fmla="*/ 238088 h 607799"/>
                  <a:gd name="connsiteX1" fmla="*/ 575556 w 589292"/>
                  <a:gd name="connsiteY1" fmla="*/ 244486 h 607799"/>
                  <a:gd name="connsiteX2" fmla="*/ 589292 w 589292"/>
                  <a:gd name="connsiteY2" fmla="*/ 264606 h 607799"/>
                  <a:gd name="connsiteX3" fmla="*/ 589292 w 589292"/>
                  <a:gd name="connsiteY3" fmla="*/ 598164 h 607799"/>
                  <a:gd name="connsiteX4" fmla="*/ 576113 w 589292"/>
                  <a:gd name="connsiteY4" fmla="*/ 607112 h 607799"/>
                  <a:gd name="connsiteX5" fmla="*/ 452019 w 589292"/>
                  <a:gd name="connsiteY5" fmla="*/ 558341 h 607799"/>
                  <a:gd name="connsiteX6" fmla="*/ 438282 w 589292"/>
                  <a:gd name="connsiteY6" fmla="*/ 538221 h 607799"/>
                  <a:gd name="connsiteX7" fmla="*/ 438282 w 589292"/>
                  <a:gd name="connsiteY7" fmla="*/ 383843 h 607799"/>
                  <a:gd name="connsiteX8" fmla="*/ 444362 w 589292"/>
                  <a:gd name="connsiteY8" fmla="*/ 381618 h 607799"/>
                  <a:gd name="connsiteX9" fmla="*/ 466080 w 589292"/>
                  <a:gd name="connsiteY9" fmla="*/ 366690 h 607799"/>
                  <a:gd name="connsiteX10" fmla="*/ 537409 w 589292"/>
                  <a:gd name="connsiteY10" fmla="*/ 275269 h 607799"/>
                  <a:gd name="connsiteX11" fmla="*/ 559267 w 589292"/>
                  <a:gd name="connsiteY11" fmla="*/ 238088 h 607799"/>
                  <a:gd name="connsiteX12" fmla="*/ 209859 w 589292"/>
                  <a:gd name="connsiteY12" fmla="*/ 194902 h 607799"/>
                  <a:gd name="connsiteX13" fmla="*/ 260000 w 589292"/>
                  <a:gd name="connsiteY13" fmla="*/ 194902 h 607799"/>
                  <a:gd name="connsiteX14" fmla="*/ 262971 w 589292"/>
                  <a:gd name="connsiteY14" fmla="*/ 202458 h 607799"/>
                  <a:gd name="connsiteX15" fmla="*/ 291525 w 589292"/>
                  <a:gd name="connsiteY15" fmla="*/ 257523 h 607799"/>
                  <a:gd name="connsiteX16" fmla="*/ 371937 w 589292"/>
                  <a:gd name="connsiteY16" fmla="*/ 366032 h 607799"/>
                  <a:gd name="connsiteX17" fmla="*/ 393850 w 589292"/>
                  <a:gd name="connsiteY17" fmla="*/ 381374 h 607799"/>
                  <a:gd name="connsiteX18" fmla="*/ 397425 w 589292"/>
                  <a:gd name="connsiteY18" fmla="*/ 382811 h 607799"/>
                  <a:gd name="connsiteX19" fmla="*/ 397425 w 589292"/>
                  <a:gd name="connsiteY19" fmla="*/ 539294 h 607799"/>
                  <a:gd name="connsiteX20" fmla="*/ 379504 w 589292"/>
                  <a:gd name="connsiteY20" fmla="*/ 557185 h 607799"/>
                  <a:gd name="connsiteX21" fmla="*/ 209859 w 589292"/>
                  <a:gd name="connsiteY21" fmla="*/ 557185 h 607799"/>
                  <a:gd name="connsiteX22" fmla="*/ 191938 w 589292"/>
                  <a:gd name="connsiteY22" fmla="*/ 539294 h 607799"/>
                  <a:gd name="connsiteX23" fmla="*/ 191938 w 589292"/>
                  <a:gd name="connsiteY23" fmla="*/ 212840 h 607799"/>
                  <a:gd name="connsiteX24" fmla="*/ 209859 w 589292"/>
                  <a:gd name="connsiteY24" fmla="*/ 194902 h 607799"/>
                  <a:gd name="connsiteX25" fmla="*/ 13186 w 589292"/>
                  <a:gd name="connsiteY25" fmla="*/ 140695 h 607799"/>
                  <a:gd name="connsiteX26" fmla="*/ 137338 w 589292"/>
                  <a:gd name="connsiteY26" fmla="*/ 189466 h 607799"/>
                  <a:gd name="connsiteX27" fmla="*/ 151081 w 589292"/>
                  <a:gd name="connsiteY27" fmla="*/ 209633 h 607799"/>
                  <a:gd name="connsiteX28" fmla="*/ 151081 w 589292"/>
                  <a:gd name="connsiteY28" fmla="*/ 543612 h 607799"/>
                  <a:gd name="connsiteX29" fmla="*/ 138359 w 589292"/>
                  <a:gd name="connsiteY29" fmla="*/ 552235 h 607799"/>
                  <a:gd name="connsiteX30" fmla="*/ 13743 w 589292"/>
                  <a:gd name="connsiteY30" fmla="*/ 503278 h 607799"/>
                  <a:gd name="connsiteX31" fmla="*/ 0 w 589292"/>
                  <a:gd name="connsiteY31" fmla="*/ 483065 h 607799"/>
                  <a:gd name="connsiteX32" fmla="*/ 0 w 589292"/>
                  <a:gd name="connsiteY32" fmla="*/ 149643 h 607799"/>
                  <a:gd name="connsiteX33" fmla="*/ 13186 w 589292"/>
                  <a:gd name="connsiteY33" fmla="*/ 140695 h 607799"/>
                  <a:gd name="connsiteX34" fmla="*/ 418473 w 589292"/>
                  <a:gd name="connsiteY34" fmla="*/ 52152 h 607799"/>
                  <a:gd name="connsiteX35" fmla="*/ 341047 w 589292"/>
                  <a:gd name="connsiteY35" fmla="*/ 129569 h 607799"/>
                  <a:gd name="connsiteX36" fmla="*/ 376975 w 589292"/>
                  <a:gd name="connsiteY36" fmla="*/ 194887 h 607799"/>
                  <a:gd name="connsiteX37" fmla="*/ 394568 w 589292"/>
                  <a:gd name="connsiteY37" fmla="*/ 203092 h 607799"/>
                  <a:gd name="connsiteX38" fmla="*/ 418473 w 589292"/>
                  <a:gd name="connsiteY38" fmla="*/ 206893 h 607799"/>
                  <a:gd name="connsiteX39" fmla="*/ 438248 w 589292"/>
                  <a:gd name="connsiteY39" fmla="*/ 204344 h 607799"/>
                  <a:gd name="connsiteX40" fmla="*/ 455701 w 589292"/>
                  <a:gd name="connsiteY40" fmla="*/ 197436 h 607799"/>
                  <a:gd name="connsiteX41" fmla="*/ 495946 w 589292"/>
                  <a:gd name="connsiteY41" fmla="*/ 129569 h 607799"/>
                  <a:gd name="connsiteX42" fmla="*/ 418473 w 589292"/>
                  <a:gd name="connsiteY42" fmla="*/ 52152 h 607799"/>
                  <a:gd name="connsiteX43" fmla="*/ 419123 w 589292"/>
                  <a:gd name="connsiteY43" fmla="*/ 0 h 607799"/>
                  <a:gd name="connsiteX44" fmla="*/ 552809 w 589292"/>
                  <a:gd name="connsiteY44" fmla="*/ 133509 h 607799"/>
                  <a:gd name="connsiteX45" fmla="*/ 524540 w 589292"/>
                  <a:gd name="connsiteY45" fmla="*/ 224509 h 607799"/>
                  <a:gd name="connsiteX46" fmla="*/ 505973 w 589292"/>
                  <a:gd name="connsiteY46" fmla="*/ 255708 h 607799"/>
                  <a:gd name="connsiteX47" fmla="*/ 439315 w 589292"/>
                  <a:gd name="connsiteY47" fmla="*/ 341051 h 607799"/>
                  <a:gd name="connsiteX48" fmla="*/ 438248 w 589292"/>
                  <a:gd name="connsiteY48" fmla="*/ 342071 h 607799"/>
                  <a:gd name="connsiteX49" fmla="*/ 419262 w 589292"/>
                  <a:gd name="connsiteY49" fmla="*/ 349581 h 607799"/>
                  <a:gd name="connsiteX50" fmla="*/ 398978 w 589292"/>
                  <a:gd name="connsiteY50" fmla="*/ 340681 h 607799"/>
                  <a:gd name="connsiteX51" fmla="*/ 397492 w 589292"/>
                  <a:gd name="connsiteY51" fmla="*/ 339151 h 607799"/>
                  <a:gd name="connsiteX52" fmla="*/ 323593 w 589292"/>
                  <a:gd name="connsiteY52" fmla="*/ 238880 h 607799"/>
                  <a:gd name="connsiteX53" fmla="*/ 300198 w 589292"/>
                  <a:gd name="connsiteY53" fmla="*/ 195026 h 607799"/>
                  <a:gd name="connsiteX54" fmla="*/ 285437 w 589292"/>
                  <a:gd name="connsiteY54" fmla="*/ 133509 h 607799"/>
                  <a:gd name="connsiteX55" fmla="*/ 419123 w 589292"/>
                  <a:gd name="connsiteY55" fmla="*/ 0 h 607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89292" h="607799">
                    <a:moveTo>
                      <a:pt x="559267" y="238088"/>
                    </a:moveTo>
                    <a:lnTo>
                      <a:pt x="575556" y="244486"/>
                    </a:lnTo>
                    <a:cubicBezTo>
                      <a:pt x="583816" y="247731"/>
                      <a:pt x="589292" y="255705"/>
                      <a:pt x="589292" y="264606"/>
                    </a:cubicBezTo>
                    <a:lnTo>
                      <a:pt x="589292" y="598164"/>
                    </a:lnTo>
                    <a:cubicBezTo>
                      <a:pt x="589292" y="604979"/>
                      <a:pt x="582424" y="609615"/>
                      <a:pt x="576113" y="607112"/>
                    </a:cubicBezTo>
                    <a:lnTo>
                      <a:pt x="452019" y="558341"/>
                    </a:lnTo>
                    <a:cubicBezTo>
                      <a:pt x="443758" y="555096"/>
                      <a:pt x="438282" y="547122"/>
                      <a:pt x="438282" y="538221"/>
                    </a:cubicBezTo>
                    <a:lnTo>
                      <a:pt x="438282" y="383843"/>
                    </a:lnTo>
                    <a:cubicBezTo>
                      <a:pt x="440324" y="383194"/>
                      <a:pt x="442366" y="382499"/>
                      <a:pt x="444362" y="381618"/>
                    </a:cubicBezTo>
                    <a:cubicBezTo>
                      <a:pt x="452529" y="378187"/>
                      <a:pt x="459815" y="373181"/>
                      <a:pt x="466080" y="366690"/>
                    </a:cubicBezTo>
                    <a:cubicBezTo>
                      <a:pt x="492997" y="338735"/>
                      <a:pt x="516989" y="307952"/>
                      <a:pt x="537409" y="275269"/>
                    </a:cubicBezTo>
                    <a:cubicBezTo>
                      <a:pt x="544787" y="263447"/>
                      <a:pt x="552352" y="251069"/>
                      <a:pt x="559267" y="238088"/>
                    </a:cubicBezTo>
                    <a:close/>
                    <a:moveTo>
                      <a:pt x="209859" y="194902"/>
                    </a:moveTo>
                    <a:lnTo>
                      <a:pt x="260000" y="194902"/>
                    </a:lnTo>
                    <a:cubicBezTo>
                      <a:pt x="260929" y="197405"/>
                      <a:pt x="261950" y="199908"/>
                      <a:pt x="262971" y="202458"/>
                    </a:cubicBezTo>
                    <a:cubicBezTo>
                      <a:pt x="271143" y="222296"/>
                      <a:pt x="281542" y="240512"/>
                      <a:pt x="291525" y="257523"/>
                    </a:cubicBezTo>
                    <a:cubicBezTo>
                      <a:pt x="315435" y="298173"/>
                      <a:pt x="342455" y="334652"/>
                      <a:pt x="371937" y="366032"/>
                    </a:cubicBezTo>
                    <a:cubicBezTo>
                      <a:pt x="378112" y="372706"/>
                      <a:pt x="385540" y="377851"/>
                      <a:pt x="393850" y="381374"/>
                    </a:cubicBezTo>
                    <a:cubicBezTo>
                      <a:pt x="395011" y="381884"/>
                      <a:pt x="396265" y="382348"/>
                      <a:pt x="397425" y="382811"/>
                    </a:cubicBezTo>
                    <a:lnTo>
                      <a:pt x="397425" y="539294"/>
                    </a:lnTo>
                    <a:cubicBezTo>
                      <a:pt x="397425" y="549166"/>
                      <a:pt x="389393" y="557185"/>
                      <a:pt x="379504" y="557185"/>
                    </a:cubicBezTo>
                    <a:lnTo>
                      <a:pt x="209859" y="557185"/>
                    </a:lnTo>
                    <a:cubicBezTo>
                      <a:pt x="199970" y="557185"/>
                      <a:pt x="191938" y="549166"/>
                      <a:pt x="191938" y="539294"/>
                    </a:cubicBezTo>
                    <a:lnTo>
                      <a:pt x="191938" y="212840"/>
                    </a:lnTo>
                    <a:cubicBezTo>
                      <a:pt x="191938" y="202967"/>
                      <a:pt x="199970" y="194902"/>
                      <a:pt x="209859" y="194902"/>
                    </a:cubicBezTo>
                    <a:close/>
                    <a:moveTo>
                      <a:pt x="13186" y="140695"/>
                    </a:moveTo>
                    <a:lnTo>
                      <a:pt x="137338" y="189466"/>
                    </a:lnTo>
                    <a:cubicBezTo>
                      <a:pt x="145602" y="192758"/>
                      <a:pt x="151081" y="200732"/>
                      <a:pt x="151081" y="209633"/>
                    </a:cubicBezTo>
                    <a:lnTo>
                      <a:pt x="151081" y="543612"/>
                    </a:lnTo>
                    <a:cubicBezTo>
                      <a:pt x="151081" y="550148"/>
                      <a:pt x="144441" y="554645"/>
                      <a:pt x="138359" y="552235"/>
                    </a:cubicBezTo>
                    <a:lnTo>
                      <a:pt x="13743" y="503278"/>
                    </a:lnTo>
                    <a:cubicBezTo>
                      <a:pt x="5478" y="500033"/>
                      <a:pt x="0" y="492059"/>
                      <a:pt x="0" y="483065"/>
                    </a:cubicBezTo>
                    <a:lnTo>
                      <a:pt x="0" y="149643"/>
                    </a:lnTo>
                    <a:cubicBezTo>
                      <a:pt x="0" y="142874"/>
                      <a:pt x="6871" y="138238"/>
                      <a:pt x="13186" y="140695"/>
                    </a:cubicBezTo>
                    <a:close/>
                    <a:moveTo>
                      <a:pt x="418473" y="52152"/>
                    </a:moveTo>
                    <a:cubicBezTo>
                      <a:pt x="375675" y="52152"/>
                      <a:pt x="340954" y="86828"/>
                      <a:pt x="341047" y="129569"/>
                    </a:cubicBezTo>
                    <a:cubicBezTo>
                      <a:pt x="341047" y="157013"/>
                      <a:pt x="355344" y="181165"/>
                      <a:pt x="376975" y="194887"/>
                    </a:cubicBezTo>
                    <a:cubicBezTo>
                      <a:pt x="382452" y="198363"/>
                      <a:pt x="388301" y="201191"/>
                      <a:pt x="394568" y="203092"/>
                    </a:cubicBezTo>
                    <a:cubicBezTo>
                      <a:pt x="402134" y="205595"/>
                      <a:pt x="410118" y="206893"/>
                      <a:pt x="418473" y="206893"/>
                    </a:cubicBezTo>
                    <a:cubicBezTo>
                      <a:pt x="425343" y="206893"/>
                      <a:pt x="431935" y="206012"/>
                      <a:pt x="438248" y="204344"/>
                    </a:cubicBezTo>
                    <a:cubicBezTo>
                      <a:pt x="444468" y="202721"/>
                      <a:pt x="450270" y="200403"/>
                      <a:pt x="455701" y="197436"/>
                    </a:cubicBezTo>
                    <a:cubicBezTo>
                      <a:pt x="479653" y="184271"/>
                      <a:pt x="495946" y="158774"/>
                      <a:pt x="495946" y="129569"/>
                    </a:cubicBezTo>
                    <a:cubicBezTo>
                      <a:pt x="495946" y="86828"/>
                      <a:pt x="461225" y="52152"/>
                      <a:pt x="418473" y="52152"/>
                    </a:cubicBezTo>
                    <a:close/>
                    <a:moveTo>
                      <a:pt x="419123" y="0"/>
                    </a:moveTo>
                    <a:cubicBezTo>
                      <a:pt x="492975" y="0"/>
                      <a:pt x="552809" y="59755"/>
                      <a:pt x="552809" y="133509"/>
                    </a:cubicBezTo>
                    <a:cubicBezTo>
                      <a:pt x="552809" y="165218"/>
                      <a:pt x="540137" y="196138"/>
                      <a:pt x="524540" y="224509"/>
                    </a:cubicBezTo>
                    <a:cubicBezTo>
                      <a:pt x="518599" y="235310"/>
                      <a:pt x="512239" y="245741"/>
                      <a:pt x="505973" y="255708"/>
                    </a:cubicBezTo>
                    <a:cubicBezTo>
                      <a:pt x="486802" y="286350"/>
                      <a:pt x="464382" y="315045"/>
                      <a:pt x="439315" y="341051"/>
                    </a:cubicBezTo>
                    <a:cubicBezTo>
                      <a:pt x="438944" y="341376"/>
                      <a:pt x="438619" y="341747"/>
                      <a:pt x="438248" y="342071"/>
                    </a:cubicBezTo>
                    <a:cubicBezTo>
                      <a:pt x="432863" y="347078"/>
                      <a:pt x="426086" y="349581"/>
                      <a:pt x="419262" y="349581"/>
                    </a:cubicBezTo>
                    <a:cubicBezTo>
                      <a:pt x="411882" y="349581"/>
                      <a:pt x="404548" y="346614"/>
                      <a:pt x="398978" y="340681"/>
                    </a:cubicBezTo>
                    <a:cubicBezTo>
                      <a:pt x="398467" y="340124"/>
                      <a:pt x="397910" y="339568"/>
                      <a:pt x="397492" y="339151"/>
                    </a:cubicBezTo>
                    <a:cubicBezTo>
                      <a:pt x="369130" y="308740"/>
                      <a:pt x="344575" y="274668"/>
                      <a:pt x="323593" y="238880"/>
                    </a:cubicBezTo>
                    <a:cubicBezTo>
                      <a:pt x="315285" y="224741"/>
                      <a:pt x="306929" y="210138"/>
                      <a:pt x="300198" y="195026"/>
                    </a:cubicBezTo>
                    <a:cubicBezTo>
                      <a:pt x="291518" y="175556"/>
                      <a:pt x="285437" y="155158"/>
                      <a:pt x="285437" y="133509"/>
                    </a:cubicBezTo>
                    <a:cubicBezTo>
                      <a:pt x="285437" y="59755"/>
                      <a:pt x="345317" y="0"/>
                      <a:pt x="419123" y="0"/>
                    </a:cubicBezTo>
                    <a:close/>
                  </a:path>
                </a:pathLst>
              </a:cu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rgbClr val="44546A"/>
                  </a:solidFill>
                  <a:cs typeface="+mn-ea"/>
                  <a:sym typeface="+mn-lt"/>
                </a:endParaRPr>
              </a:p>
            </p:txBody>
          </p:sp>
        </p:grpSp>
        <p:grpSp>
          <p:nvGrpSpPr>
            <p:cNvPr id="38" name="组合 37">
              <a:extLst>
                <a:ext uri="{FF2B5EF4-FFF2-40B4-BE49-F238E27FC236}">
                  <a16:creationId xmlns:a16="http://schemas.microsoft.com/office/drawing/2014/main" id="{0CC07FF0-9C3B-44C5-9795-9C70F497D33F}"/>
                </a:ext>
              </a:extLst>
            </p:cNvPr>
            <p:cNvGrpSpPr/>
            <p:nvPr/>
          </p:nvGrpSpPr>
          <p:grpSpPr>
            <a:xfrm>
              <a:off x="1259397" y="4272447"/>
              <a:ext cx="3941253" cy="1005506"/>
              <a:chOff x="7483988" y="3314482"/>
              <a:chExt cx="3941253" cy="1005506"/>
            </a:xfrm>
          </p:grpSpPr>
          <p:sp>
            <p:nvSpPr>
              <p:cNvPr id="39" name="矩形 38">
                <a:extLst>
                  <a:ext uri="{FF2B5EF4-FFF2-40B4-BE49-F238E27FC236}">
                    <a16:creationId xmlns:a16="http://schemas.microsoft.com/office/drawing/2014/main" id="{3C8FE026-177F-4914-9986-ED05CAED6CB8}"/>
                  </a:ext>
                </a:extLst>
              </p:cNvPr>
              <p:cNvSpPr/>
              <p:nvPr/>
            </p:nvSpPr>
            <p:spPr>
              <a:xfrm>
                <a:off x="7483989" y="3732519"/>
                <a:ext cx="3941252" cy="587469"/>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rgbClr val="44546A"/>
                    </a:solidFill>
                    <a:cs typeface="+mn-ea"/>
                    <a:sym typeface="+mn-lt"/>
                  </a:rPr>
                  <a:t>为有意向来到广轻或是想参观了解的人群提供参考。</a:t>
                </a:r>
              </a:p>
            </p:txBody>
          </p:sp>
          <p:sp>
            <p:nvSpPr>
              <p:cNvPr id="40" name="矩形 39">
                <a:extLst>
                  <a:ext uri="{FF2B5EF4-FFF2-40B4-BE49-F238E27FC236}">
                    <a16:creationId xmlns:a16="http://schemas.microsoft.com/office/drawing/2014/main" id="{6ECE850D-226C-430F-A4DB-B6757D21927D}"/>
                  </a:ext>
                </a:extLst>
              </p:cNvPr>
              <p:cNvSpPr/>
              <p:nvPr/>
            </p:nvSpPr>
            <p:spPr>
              <a:xfrm>
                <a:off x="7483988" y="3314482"/>
                <a:ext cx="2725529" cy="396583"/>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a:solidFill>
                      <a:srgbClr val="44546A"/>
                    </a:solidFill>
                    <a:cs typeface="+mn-ea"/>
                    <a:sym typeface="+mn-lt"/>
                  </a:rPr>
                  <a:t>有意向升学入广轻的人群</a:t>
                </a:r>
              </a:p>
            </p:txBody>
          </p:sp>
        </p:grpSp>
      </p:grpSp>
      <p:grpSp>
        <p:nvGrpSpPr>
          <p:cNvPr id="43" name="组合 42">
            <a:extLst>
              <a:ext uri="{FF2B5EF4-FFF2-40B4-BE49-F238E27FC236}">
                <a16:creationId xmlns:a16="http://schemas.microsoft.com/office/drawing/2014/main" id="{AD531938-2B28-41A3-80E9-0B62C3CCE397}"/>
              </a:ext>
            </a:extLst>
          </p:cNvPr>
          <p:cNvGrpSpPr/>
          <p:nvPr/>
        </p:nvGrpSpPr>
        <p:grpSpPr>
          <a:xfrm>
            <a:off x="6209266" y="1724026"/>
            <a:ext cx="5132387" cy="1704974"/>
            <a:chOff x="6184901" y="1943101"/>
            <a:chExt cx="5132387" cy="1704974"/>
          </a:xfrm>
        </p:grpSpPr>
        <p:grpSp>
          <p:nvGrpSpPr>
            <p:cNvPr id="44" name="组合 43">
              <a:extLst>
                <a:ext uri="{FF2B5EF4-FFF2-40B4-BE49-F238E27FC236}">
                  <a16:creationId xmlns:a16="http://schemas.microsoft.com/office/drawing/2014/main" id="{27F92DE7-27A0-4D94-B715-0C4DC286CB14}"/>
                </a:ext>
              </a:extLst>
            </p:cNvPr>
            <p:cNvGrpSpPr/>
            <p:nvPr/>
          </p:nvGrpSpPr>
          <p:grpSpPr>
            <a:xfrm>
              <a:off x="6184901" y="1943101"/>
              <a:ext cx="5132387" cy="1704974"/>
              <a:chOff x="874713" y="1752601"/>
              <a:chExt cx="5132387" cy="1704974"/>
            </a:xfrm>
          </p:grpSpPr>
          <p:sp>
            <p:nvSpPr>
              <p:cNvPr id="48" name="矩形 47">
                <a:extLst>
                  <a:ext uri="{FF2B5EF4-FFF2-40B4-BE49-F238E27FC236}">
                    <a16:creationId xmlns:a16="http://schemas.microsoft.com/office/drawing/2014/main" id="{E7E2A206-2D55-466B-BE55-F419385BA39F}"/>
                  </a:ext>
                </a:extLst>
              </p:cNvPr>
              <p:cNvSpPr/>
              <p:nvPr/>
            </p:nvSpPr>
            <p:spPr>
              <a:xfrm>
                <a:off x="874713" y="1752601"/>
                <a:ext cx="5132387" cy="1704974"/>
              </a:xfrm>
              <a:prstGeom prst="rect">
                <a:avLst/>
              </a:prstGeom>
              <a:noFill/>
              <a:ln>
                <a:solidFill>
                  <a:srgbClr val="A6A6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rgbClr val="44546A"/>
                  </a:solidFill>
                  <a:cs typeface="+mn-ea"/>
                  <a:sym typeface="+mn-lt"/>
                </a:endParaRPr>
              </a:p>
            </p:txBody>
          </p:sp>
          <p:sp>
            <p:nvSpPr>
              <p:cNvPr id="49" name="椭圆 34">
                <a:extLst>
                  <a:ext uri="{FF2B5EF4-FFF2-40B4-BE49-F238E27FC236}">
                    <a16:creationId xmlns:a16="http://schemas.microsoft.com/office/drawing/2014/main" id="{8D39BF85-4A4D-4266-B5D9-BEAAD3CAC3BD}"/>
                  </a:ext>
                </a:extLst>
              </p:cNvPr>
              <p:cNvSpPr/>
              <p:nvPr/>
            </p:nvSpPr>
            <p:spPr>
              <a:xfrm>
                <a:off x="5200650" y="2065550"/>
                <a:ext cx="586015" cy="365766"/>
              </a:xfrm>
              <a:custGeom>
                <a:avLst/>
                <a:gdLst>
                  <a:gd name="connsiteX0" fmla="*/ 509262 w 608697"/>
                  <a:gd name="connsiteY0" fmla="*/ 287324 h 379924"/>
                  <a:gd name="connsiteX1" fmla="*/ 488226 w 608697"/>
                  <a:gd name="connsiteY1" fmla="*/ 308258 h 379924"/>
                  <a:gd name="connsiteX2" fmla="*/ 509262 w 608697"/>
                  <a:gd name="connsiteY2" fmla="*/ 329266 h 379924"/>
                  <a:gd name="connsiteX3" fmla="*/ 530223 w 608697"/>
                  <a:gd name="connsiteY3" fmla="*/ 308258 h 379924"/>
                  <a:gd name="connsiteX4" fmla="*/ 509262 w 608697"/>
                  <a:gd name="connsiteY4" fmla="*/ 287324 h 379924"/>
                  <a:gd name="connsiteX5" fmla="*/ 442648 w 608697"/>
                  <a:gd name="connsiteY5" fmla="*/ 287324 h 379924"/>
                  <a:gd name="connsiteX6" fmla="*/ 421687 w 608697"/>
                  <a:gd name="connsiteY6" fmla="*/ 308332 h 379924"/>
                  <a:gd name="connsiteX7" fmla="*/ 442648 w 608697"/>
                  <a:gd name="connsiteY7" fmla="*/ 329266 h 379924"/>
                  <a:gd name="connsiteX8" fmla="*/ 463684 w 608697"/>
                  <a:gd name="connsiteY8" fmla="*/ 308332 h 379924"/>
                  <a:gd name="connsiteX9" fmla="*/ 442648 w 608697"/>
                  <a:gd name="connsiteY9" fmla="*/ 287324 h 379924"/>
                  <a:gd name="connsiteX10" fmla="*/ 380436 w 608697"/>
                  <a:gd name="connsiteY10" fmla="*/ 284940 h 379924"/>
                  <a:gd name="connsiteX11" fmla="*/ 380436 w 608697"/>
                  <a:gd name="connsiteY11" fmla="*/ 332469 h 379924"/>
                  <a:gd name="connsiteX12" fmla="*/ 399457 w 608697"/>
                  <a:gd name="connsiteY12" fmla="*/ 332469 h 379924"/>
                  <a:gd name="connsiteX13" fmla="*/ 399457 w 608697"/>
                  <a:gd name="connsiteY13" fmla="*/ 284940 h 379924"/>
                  <a:gd name="connsiteX14" fmla="*/ 114131 w 608697"/>
                  <a:gd name="connsiteY14" fmla="*/ 199418 h 379924"/>
                  <a:gd name="connsiteX15" fmla="*/ 171196 w 608697"/>
                  <a:gd name="connsiteY15" fmla="*/ 199418 h 379924"/>
                  <a:gd name="connsiteX16" fmla="*/ 437501 w 608697"/>
                  <a:gd name="connsiteY16" fmla="*/ 199418 h 379924"/>
                  <a:gd name="connsiteX17" fmla="*/ 494566 w 608697"/>
                  <a:gd name="connsiteY17" fmla="*/ 199418 h 379924"/>
                  <a:gd name="connsiteX18" fmla="*/ 513588 w 608697"/>
                  <a:gd name="connsiteY18" fmla="*/ 218415 h 379924"/>
                  <a:gd name="connsiteX19" fmla="*/ 608697 w 608697"/>
                  <a:gd name="connsiteY19" fmla="*/ 360927 h 379924"/>
                  <a:gd name="connsiteX20" fmla="*/ 589675 w 608697"/>
                  <a:gd name="connsiteY20" fmla="*/ 379924 h 379924"/>
                  <a:gd name="connsiteX21" fmla="*/ 19022 w 608697"/>
                  <a:gd name="connsiteY21" fmla="*/ 379924 h 379924"/>
                  <a:gd name="connsiteX22" fmla="*/ 0 w 608697"/>
                  <a:gd name="connsiteY22" fmla="*/ 360927 h 379924"/>
                  <a:gd name="connsiteX23" fmla="*/ 95109 w 608697"/>
                  <a:gd name="connsiteY23" fmla="*/ 218415 h 379924"/>
                  <a:gd name="connsiteX24" fmla="*/ 114131 w 608697"/>
                  <a:gd name="connsiteY24" fmla="*/ 199418 h 379924"/>
                  <a:gd name="connsiteX25" fmla="*/ 190214 w 608697"/>
                  <a:gd name="connsiteY25" fmla="*/ 0 h 379924"/>
                  <a:gd name="connsiteX26" fmla="*/ 418484 w 608697"/>
                  <a:gd name="connsiteY26" fmla="*/ 0 h 379924"/>
                  <a:gd name="connsiteX27" fmla="*/ 437506 w 608697"/>
                  <a:gd name="connsiteY27" fmla="*/ 18997 h 379924"/>
                  <a:gd name="connsiteX28" fmla="*/ 437506 w 608697"/>
                  <a:gd name="connsiteY28" fmla="*/ 180436 h 379924"/>
                  <a:gd name="connsiteX29" fmla="*/ 171192 w 608697"/>
                  <a:gd name="connsiteY29" fmla="*/ 180436 h 379924"/>
                  <a:gd name="connsiteX30" fmla="*/ 171192 w 608697"/>
                  <a:gd name="connsiteY30" fmla="*/ 18997 h 379924"/>
                  <a:gd name="connsiteX31" fmla="*/ 190214 w 608697"/>
                  <a:gd name="connsiteY31" fmla="*/ 0 h 379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8697" h="379924">
                    <a:moveTo>
                      <a:pt x="509262" y="287324"/>
                    </a:moveTo>
                    <a:cubicBezTo>
                      <a:pt x="497625" y="287324"/>
                      <a:pt x="488226" y="296711"/>
                      <a:pt x="488226" y="308258"/>
                    </a:cubicBezTo>
                    <a:cubicBezTo>
                      <a:pt x="488226" y="319879"/>
                      <a:pt x="497625" y="329266"/>
                      <a:pt x="509262" y="329266"/>
                    </a:cubicBezTo>
                    <a:cubicBezTo>
                      <a:pt x="520824" y="329266"/>
                      <a:pt x="530223" y="319879"/>
                      <a:pt x="530223" y="308258"/>
                    </a:cubicBezTo>
                    <a:cubicBezTo>
                      <a:pt x="530223" y="296711"/>
                      <a:pt x="520824" y="287324"/>
                      <a:pt x="509262" y="287324"/>
                    </a:cubicBezTo>
                    <a:close/>
                    <a:moveTo>
                      <a:pt x="442648" y="287324"/>
                    </a:moveTo>
                    <a:cubicBezTo>
                      <a:pt x="431086" y="287324"/>
                      <a:pt x="421687" y="296711"/>
                      <a:pt x="421687" y="308332"/>
                    </a:cubicBezTo>
                    <a:cubicBezTo>
                      <a:pt x="421687" y="319879"/>
                      <a:pt x="431086" y="329266"/>
                      <a:pt x="442648" y="329266"/>
                    </a:cubicBezTo>
                    <a:cubicBezTo>
                      <a:pt x="454285" y="329266"/>
                      <a:pt x="463684" y="319879"/>
                      <a:pt x="463684" y="308332"/>
                    </a:cubicBezTo>
                    <a:cubicBezTo>
                      <a:pt x="463684" y="296711"/>
                      <a:pt x="454285" y="287324"/>
                      <a:pt x="442648" y="287324"/>
                    </a:cubicBezTo>
                    <a:close/>
                    <a:moveTo>
                      <a:pt x="380436" y="284940"/>
                    </a:moveTo>
                    <a:lnTo>
                      <a:pt x="380436" y="332469"/>
                    </a:lnTo>
                    <a:lnTo>
                      <a:pt x="399457" y="332469"/>
                    </a:lnTo>
                    <a:lnTo>
                      <a:pt x="399457" y="284940"/>
                    </a:lnTo>
                    <a:close/>
                    <a:moveTo>
                      <a:pt x="114131" y="199418"/>
                    </a:moveTo>
                    <a:lnTo>
                      <a:pt x="171196" y="199418"/>
                    </a:lnTo>
                    <a:lnTo>
                      <a:pt x="437501" y="199418"/>
                    </a:lnTo>
                    <a:lnTo>
                      <a:pt x="494566" y="199418"/>
                    </a:lnTo>
                    <a:cubicBezTo>
                      <a:pt x="505084" y="199418"/>
                      <a:pt x="505681" y="206942"/>
                      <a:pt x="513588" y="218415"/>
                    </a:cubicBezTo>
                    <a:lnTo>
                      <a:pt x="608697" y="360927"/>
                    </a:lnTo>
                    <a:cubicBezTo>
                      <a:pt x="608697" y="371431"/>
                      <a:pt x="608697" y="379924"/>
                      <a:pt x="589675" y="379924"/>
                    </a:cubicBezTo>
                    <a:lnTo>
                      <a:pt x="19022" y="379924"/>
                    </a:lnTo>
                    <a:cubicBezTo>
                      <a:pt x="0" y="379924"/>
                      <a:pt x="0" y="371431"/>
                      <a:pt x="0" y="360927"/>
                    </a:cubicBezTo>
                    <a:lnTo>
                      <a:pt x="95109" y="218415"/>
                    </a:lnTo>
                    <a:cubicBezTo>
                      <a:pt x="101450" y="208954"/>
                      <a:pt x="103613" y="199418"/>
                      <a:pt x="114131" y="199418"/>
                    </a:cubicBezTo>
                    <a:close/>
                    <a:moveTo>
                      <a:pt x="190214" y="0"/>
                    </a:moveTo>
                    <a:lnTo>
                      <a:pt x="418484" y="0"/>
                    </a:lnTo>
                    <a:cubicBezTo>
                      <a:pt x="429002" y="0"/>
                      <a:pt x="437506" y="8493"/>
                      <a:pt x="437506" y="18997"/>
                    </a:cubicBezTo>
                    <a:lnTo>
                      <a:pt x="437506" y="180436"/>
                    </a:lnTo>
                    <a:lnTo>
                      <a:pt x="171192" y="180436"/>
                    </a:lnTo>
                    <a:lnTo>
                      <a:pt x="171192" y="18997"/>
                    </a:lnTo>
                    <a:cubicBezTo>
                      <a:pt x="171192" y="8493"/>
                      <a:pt x="179696" y="0"/>
                      <a:pt x="190214" y="0"/>
                    </a:cubicBezTo>
                    <a:close/>
                  </a:path>
                </a:pathLst>
              </a:cu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rgbClr val="44546A"/>
                  </a:solidFill>
                  <a:cs typeface="+mn-ea"/>
                  <a:sym typeface="+mn-lt"/>
                </a:endParaRPr>
              </a:p>
            </p:txBody>
          </p:sp>
        </p:grpSp>
        <p:grpSp>
          <p:nvGrpSpPr>
            <p:cNvPr id="45" name="组合 44">
              <a:extLst>
                <a:ext uri="{FF2B5EF4-FFF2-40B4-BE49-F238E27FC236}">
                  <a16:creationId xmlns:a16="http://schemas.microsoft.com/office/drawing/2014/main" id="{277BC512-0839-4C9C-BD5D-A4AD67C133B9}"/>
                </a:ext>
              </a:extLst>
            </p:cNvPr>
            <p:cNvGrpSpPr/>
            <p:nvPr/>
          </p:nvGrpSpPr>
          <p:grpSpPr>
            <a:xfrm>
              <a:off x="6569586" y="2277135"/>
              <a:ext cx="3941252" cy="1005506"/>
              <a:chOff x="7483989" y="3314482"/>
              <a:chExt cx="3941252" cy="1005506"/>
            </a:xfrm>
          </p:grpSpPr>
          <p:sp>
            <p:nvSpPr>
              <p:cNvPr id="46" name="矩形 45">
                <a:extLst>
                  <a:ext uri="{FF2B5EF4-FFF2-40B4-BE49-F238E27FC236}">
                    <a16:creationId xmlns:a16="http://schemas.microsoft.com/office/drawing/2014/main" id="{B88E73F1-66B4-4846-A4A5-322E02A5C6B8}"/>
                  </a:ext>
                </a:extLst>
              </p:cNvPr>
              <p:cNvSpPr/>
              <p:nvPr/>
            </p:nvSpPr>
            <p:spPr>
              <a:xfrm>
                <a:off x="7483989" y="3732519"/>
                <a:ext cx="3941252" cy="587469"/>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1400" dirty="0">
                    <a:solidFill>
                      <a:srgbClr val="44546A"/>
                    </a:solidFill>
                    <a:cs typeface="+mn-ea"/>
                    <a:sym typeface="+mn-lt"/>
                  </a:rPr>
                  <a:t>对不熟悉环境的新生，方向感差或微社恐的同学提供参考。</a:t>
                </a:r>
              </a:p>
            </p:txBody>
          </p:sp>
          <p:sp>
            <p:nvSpPr>
              <p:cNvPr id="47" name="矩形 46">
                <a:extLst>
                  <a:ext uri="{FF2B5EF4-FFF2-40B4-BE49-F238E27FC236}">
                    <a16:creationId xmlns:a16="http://schemas.microsoft.com/office/drawing/2014/main" id="{49075565-C71E-43A0-96B2-7237263EA75C}"/>
                  </a:ext>
                </a:extLst>
              </p:cNvPr>
              <p:cNvSpPr/>
              <p:nvPr/>
            </p:nvSpPr>
            <p:spPr>
              <a:xfrm>
                <a:off x="7483989" y="3314482"/>
                <a:ext cx="2572316" cy="396583"/>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b="1" dirty="0">
                    <a:solidFill>
                      <a:srgbClr val="44546A"/>
                    </a:solidFill>
                    <a:cs typeface="+mn-ea"/>
                    <a:sym typeface="+mn-lt"/>
                  </a:rPr>
                  <a:t>新生或方向感差的同学</a:t>
                </a:r>
              </a:p>
            </p:txBody>
          </p:sp>
        </p:grpSp>
      </p:grpSp>
      <p:grpSp>
        <p:nvGrpSpPr>
          <p:cNvPr id="50" name="组合 49">
            <a:extLst>
              <a:ext uri="{FF2B5EF4-FFF2-40B4-BE49-F238E27FC236}">
                <a16:creationId xmlns:a16="http://schemas.microsoft.com/office/drawing/2014/main" id="{3454E90F-FF7F-419B-A4DF-62FF7F83B0B8}"/>
              </a:ext>
            </a:extLst>
          </p:cNvPr>
          <p:cNvGrpSpPr/>
          <p:nvPr/>
        </p:nvGrpSpPr>
        <p:grpSpPr>
          <a:xfrm>
            <a:off x="6209266" y="3703638"/>
            <a:ext cx="5132387" cy="1704974"/>
            <a:chOff x="6184901" y="3922713"/>
            <a:chExt cx="5132387" cy="1704974"/>
          </a:xfrm>
        </p:grpSpPr>
        <p:grpSp>
          <p:nvGrpSpPr>
            <p:cNvPr id="51" name="组合 50">
              <a:extLst>
                <a:ext uri="{FF2B5EF4-FFF2-40B4-BE49-F238E27FC236}">
                  <a16:creationId xmlns:a16="http://schemas.microsoft.com/office/drawing/2014/main" id="{37478E19-9B07-42B2-BDC9-B87090C6FFE5}"/>
                </a:ext>
              </a:extLst>
            </p:cNvPr>
            <p:cNvGrpSpPr/>
            <p:nvPr/>
          </p:nvGrpSpPr>
          <p:grpSpPr>
            <a:xfrm>
              <a:off x="6184901" y="3922713"/>
              <a:ext cx="5132387" cy="1704974"/>
              <a:chOff x="874713" y="1752601"/>
              <a:chExt cx="5132387" cy="1704974"/>
            </a:xfrm>
          </p:grpSpPr>
          <p:sp>
            <p:nvSpPr>
              <p:cNvPr id="55" name="矩形 54">
                <a:extLst>
                  <a:ext uri="{FF2B5EF4-FFF2-40B4-BE49-F238E27FC236}">
                    <a16:creationId xmlns:a16="http://schemas.microsoft.com/office/drawing/2014/main" id="{2DBE521C-D9E4-4A5C-A076-A82B9B493E13}"/>
                  </a:ext>
                </a:extLst>
              </p:cNvPr>
              <p:cNvSpPr/>
              <p:nvPr/>
            </p:nvSpPr>
            <p:spPr>
              <a:xfrm>
                <a:off x="874713" y="1752601"/>
                <a:ext cx="5132387" cy="1704974"/>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rgbClr val="44546A"/>
                  </a:solidFill>
                  <a:cs typeface="+mn-ea"/>
                  <a:sym typeface="+mn-lt"/>
                </a:endParaRPr>
              </a:p>
            </p:txBody>
          </p:sp>
          <p:sp>
            <p:nvSpPr>
              <p:cNvPr id="56" name="椭圆 37">
                <a:extLst>
                  <a:ext uri="{FF2B5EF4-FFF2-40B4-BE49-F238E27FC236}">
                    <a16:creationId xmlns:a16="http://schemas.microsoft.com/office/drawing/2014/main" id="{2DC62873-085D-487E-8133-1F7F7E7F0EA1}"/>
                  </a:ext>
                </a:extLst>
              </p:cNvPr>
              <p:cNvSpPr/>
              <p:nvPr/>
            </p:nvSpPr>
            <p:spPr>
              <a:xfrm>
                <a:off x="5231643" y="1955426"/>
                <a:ext cx="524028" cy="586015"/>
              </a:xfrm>
              <a:custGeom>
                <a:avLst/>
                <a:gdLst>
                  <a:gd name="T0" fmla="*/ 3531 w 3631"/>
                  <a:gd name="T1" fmla="*/ 0 h 4067"/>
                  <a:gd name="T2" fmla="*/ 1249 w 3631"/>
                  <a:gd name="T3" fmla="*/ 0 h 4067"/>
                  <a:gd name="T4" fmla="*/ 1178 w 3631"/>
                  <a:gd name="T5" fmla="*/ 29 h 4067"/>
                  <a:gd name="T6" fmla="*/ 29 w 3631"/>
                  <a:gd name="T7" fmla="*/ 1179 h 4067"/>
                  <a:gd name="T8" fmla="*/ 0 w 3631"/>
                  <a:gd name="T9" fmla="*/ 1249 h 4067"/>
                  <a:gd name="T10" fmla="*/ 0 w 3631"/>
                  <a:gd name="T11" fmla="*/ 3967 h 4067"/>
                  <a:gd name="T12" fmla="*/ 100 w 3631"/>
                  <a:gd name="T13" fmla="*/ 4067 h 4067"/>
                  <a:gd name="T14" fmla="*/ 3531 w 3631"/>
                  <a:gd name="T15" fmla="*/ 4067 h 4067"/>
                  <a:gd name="T16" fmla="*/ 3631 w 3631"/>
                  <a:gd name="T17" fmla="*/ 3967 h 4067"/>
                  <a:gd name="T18" fmla="*/ 3631 w 3631"/>
                  <a:gd name="T19" fmla="*/ 100 h 4067"/>
                  <a:gd name="T20" fmla="*/ 3531 w 3631"/>
                  <a:gd name="T21" fmla="*/ 0 h 4067"/>
                  <a:gd name="T22" fmla="*/ 2636 w 3631"/>
                  <a:gd name="T23" fmla="*/ 1442 h 4067"/>
                  <a:gd name="T24" fmla="*/ 2932 w 3631"/>
                  <a:gd name="T25" fmla="*/ 1442 h 4067"/>
                  <a:gd name="T26" fmla="*/ 2932 w 3631"/>
                  <a:gd name="T27" fmla="*/ 449 h 4067"/>
                  <a:gd name="T28" fmla="*/ 2998 w 3631"/>
                  <a:gd name="T29" fmla="*/ 382 h 4067"/>
                  <a:gd name="T30" fmla="*/ 3065 w 3631"/>
                  <a:gd name="T31" fmla="*/ 449 h 4067"/>
                  <a:gd name="T32" fmla="*/ 3065 w 3631"/>
                  <a:gd name="T33" fmla="*/ 1509 h 4067"/>
                  <a:gd name="T34" fmla="*/ 2998 w 3631"/>
                  <a:gd name="T35" fmla="*/ 1575 h 4067"/>
                  <a:gd name="T36" fmla="*/ 2636 w 3631"/>
                  <a:gd name="T37" fmla="*/ 1575 h 4067"/>
                  <a:gd name="T38" fmla="*/ 2569 w 3631"/>
                  <a:gd name="T39" fmla="*/ 1509 h 4067"/>
                  <a:gd name="T40" fmla="*/ 2636 w 3631"/>
                  <a:gd name="T41" fmla="*/ 1442 h 4067"/>
                  <a:gd name="T42" fmla="*/ 1966 w 3631"/>
                  <a:gd name="T43" fmla="*/ 1442 h 4067"/>
                  <a:gd name="T44" fmla="*/ 2262 w 3631"/>
                  <a:gd name="T45" fmla="*/ 1442 h 4067"/>
                  <a:gd name="T46" fmla="*/ 2262 w 3631"/>
                  <a:gd name="T47" fmla="*/ 449 h 4067"/>
                  <a:gd name="T48" fmla="*/ 2329 w 3631"/>
                  <a:gd name="T49" fmla="*/ 382 h 4067"/>
                  <a:gd name="T50" fmla="*/ 2395 w 3631"/>
                  <a:gd name="T51" fmla="*/ 449 h 4067"/>
                  <a:gd name="T52" fmla="*/ 2395 w 3631"/>
                  <a:gd name="T53" fmla="*/ 1509 h 4067"/>
                  <a:gd name="T54" fmla="*/ 2329 w 3631"/>
                  <a:gd name="T55" fmla="*/ 1575 h 4067"/>
                  <a:gd name="T56" fmla="*/ 1966 w 3631"/>
                  <a:gd name="T57" fmla="*/ 1575 h 4067"/>
                  <a:gd name="T58" fmla="*/ 1899 w 3631"/>
                  <a:gd name="T59" fmla="*/ 1509 h 4067"/>
                  <a:gd name="T60" fmla="*/ 1966 w 3631"/>
                  <a:gd name="T61" fmla="*/ 1442 h 4067"/>
                  <a:gd name="T62" fmla="*/ 1296 w 3631"/>
                  <a:gd name="T63" fmla="*/ 1442 h 4067"/>
                  <a:gd name="T64" fmla="*/ 1592 w 3631"/>
                  <a:gd name="T65" fmla="*/ 1442 h 4067"/>
                  <a:gd name="T66" fmla="*/ 1592 w 3631"/>
                  <a:gd name="T67" fmla="*/ 449 h 4067"/>
                  <a:gd name="T68" fmla="*/ 1659 w 3631"/>
                  <a:gd name="T69" fmla="*/ 382 h 4067"/>
                  <a:gd name="T70" fmla="*/ 1726 w 3631"/>
                  <a:gd name="T71" fmla="*/ 449 h 4067"/>
                  <a:gd name="T72" fmla="*/ 1726 w 3631"/>
                  <a:gd name="T73" fmla="*/ 1509 h 4067"/>
                  <a:gd name="T74" fmla="*/ 1659 w 3631"/>
                  <a:gd name="T75" fmla="*/ 1575 h 4067"/>
                  <a:gd name="T76" fmla="*/ 1296 w 3631"/>
                  <a:gd name="T77" fmla="*/ 1575 h 4067"/>
                  <a:gd name="T78" fmla="*/ 1230 w 3631"/>
                  <a:gd name="T79" fmla="*/ 1509 h 4067"/>
                  <a:gd name="T80" fmla="*/ 1296 w 3631"/>
                  <a:gd name="T81" fmla="*/ 1442 h 4067"/>
                  <a:gd name="T82" fmla="*/ 3121 w 3631"/>
                  <a:gd name="T83" fmla="*/ 3413 h 4067"/>
                  <a:gd name="T84" fmla="*/ 510 w 3631"/>
                  <a:gd name="T85" fmla="*/ 3413 h 4067"/>
                  <a:gd name="T86" fmla="*/ 510 w 3631"/>
                  <a:gd name="T87" fmla="*/ 2126 h 4067"/>
                  <a:gd name="T88" fmla="*/ 3121 w 3631"/>
                  <a:gd name="T89" fmla="*/ 2126 h 4067"/>
                  <a:gd name="T90" fmla="*/ 3121 w 3631"/>
                  <a:gd name="T91" fmla="*/ 3413 h 40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631" h="4067">
                    <a:moveTo>
                      <a:pt x="3531" y="0"/>
                    </a:moveTo>
                    <a:lnTo>
                      <a:pt x="1249" y="0"/>
                    </a:lnTo>
                    <a:cubicBezTo>
                      <a:pt x="1222" y="0"/>
                      <a:pt x="1197" y="11"/>
                      <a:pt x="1178" y="29"/>
                    </a:cubicBezTo>
                    <a:lnTo>
                      <a:pt x="29" y="1179"/>
                    </a:lnTo>
                    <a:cubicBezTo>
                      <a:pt x="10" y="1197"/>
                      <a:pt x="0" y="1223"/>
                      <a:pt x="0" y="1249"/>
                    </a:cubicBezTo>
                    <a:lnTo>
                      <a:pt x="0" y="3967"/>
                    </a:lnTo>
                    <a:cubicBezTo>
                      <a:pt x="0" y="4022"/>
                      <a:pt x="44" y="4067"/>
                      <a:pt x="100" y="4067"/>
                    </a:cubicBezTo>
                    <a:lnTo>
                      <a:pt x="3531" y="4067"/>
                    </a:lnTo>
                    <a:cubicBezTo>
                      <a:pt x="3586" y="4067"/>
                      <a:pt x="3631" y="4022"/>
                      <a:pt x="3631" y="3967"/>
                    </a:cubicBezTo>
                    <a:lnTo>
                      <a:pt x="3631" y="100"/>
                    </a:lnTo>
                    <a:cubicBezTo>
                      <a:pt x="3631" y="45"/>
                      <a:pt x="3586" y="0"/>
                      <a:pt x="3531" y="0"/>
                    </a:cubicBezTo>
                    <a:close/>
                    <a:moveTo>
                      <a:pt x="2636" y="1442"/>
                    </a:moveTo>
                    <a:lnTo>
                      <a:pt x="2932" y="1442"/>
                    </a:lnTo>
                    <a:lnTo>
                      <a:pt x="2932" y="449"/>
                    </a:lnTo>
                    <a:cubicBezTo>
                      <a:pt x="2932" y="412"/>
                      <a:pt x="2961" y="382"/>
                      <a:pt x="2998" y="382"/>
                    </a:cubicBezTo>
                    <a:cubicBezTo>
                      <a:pt x="3035" y="382"/>
                      <a:pt x="3065" y="412"/>
                      <a:pt x="3065" y="449"/>
                    </a:cubicBezTo>
                    <a:lnTo>
                      <a:pt x="3065" y="1509"/>
                    </a:lnTo>
                    <a:cubicBezTo>
                      <a:pt x="3065" y="1546"/>
                      <a:pt x="3035" y="1575"/>
                      <a:pt x="2998" y="1575"/>
                    </a:cubicBezTo>
                    <a:lnTo>
                      <a:pt x="2636" y="1575"/>
                    </a:lnTo>
                    <a:cubicBezTo>
                      <a:pt x="2599" y="1575"/>
                      <a:pt x="2569" y="1546"/>
                      <a:pt x="2569" y="1509"/>
                    </a:cubicBezTo>
                    <a:cubicBezTo>
                      <a:pt x="2569" y="1472"/>
                      <a:pt x="2599" y="1442"/>
                      <a:pt x="2636" y="1442"/>
                    </a:cubicBezTo>
                    <a:close/>
                    <a:moveTo>
                      <a:pt x="1966" y="1442"/>
                    </a:moveTo>
                    <a:lnTo>
                      <a:pt x="2262" y="1442"/>
                    </a:lnTo>
                    <a:lnTo>
                      <a:pt x="2262" y="449"/>
                    </a:lnTo>
                    <a:cubicBezTo>
                      <a:pt x="2262" y="412"/>
                      <a:pt x="2292" y="382"/>
                      <a:pt x="2329" y="382"/>
                    </a:cubicBezTo>
                    <a:cubicBezTo>
                      <a:pt x="2366" y="382"/>
                      <a:pt x="2395" y="412"/>
                      <a:pt x="2395" y="449"/>
                    </a:cubicBezTo>
                    <a:lnTo>
                      <a:pt x="2395" y="1509"/>
                    </a:lnTo>
                    <a:cubicBezTo>
                      <a:pt x="2395" y="1546"/>
                      <a:pt x="2366" y="1575"/>
                      <a:pt x="2329" y="1575"/>
                    </a:cubicBezTo>
                    <a:lnTo>
                      <a:pt x="1966" y="1575"/>
                    </a:lnTo>
                    <a:cubicBezTo>
                      <a:pt x="1929" y="1575"/>
                      <a:pt x="1899" y="1546"/>
                      <a:pt x="1899" y="1509"/>
                    </a:cubicBezTo>
                    <a:cubicBezTo>
                      <a:pt x="1899" y="1472"/>
                      <a:pt x="1929" y="1442"/>
                      <a:pt x="1966" y="1442"/>
                    </a:cubicBezTo>
                    <a:close/>
                    <a:moveTo>
                      <a:pt x="1296" y="1442"/>
                    </a:moveTo>
                    <a:lnTo>
                      <a:pt x="1592" y="1442"/>
                    </a:lnTo>
                    <a:lnTo>
                      <a:pt x="1592" y="449"/>
                    </a:lnTo>
                    <a:cubicBezTo>
                      <a:pt x="1592" y="412"/>
                      <a:pt x="1622" y="382"/>
                      <a:pt x="1659" y="382"/>
                    </a:cubicBezTo>
                    <a:cubicBezTo>
                      <a:pt x="1696" y="382"/>
                      <a:pt x="1726" y="412"/>
                      <a:pt x="1726" y="449"/>
                    </a:cubicBezTo>
                    <a:lnTo>
                      <a:pt x="1726" y="1509"/>
                    </a:lnTo>
                    <a:cubicBezTo>
                      <a:pt x="1726" y="1546"/>
                      <a:pt x="1696" y="1575"/>
                      <a:pt x="1659" y="1575"/>
                    </a:cubicBezTo>
                    <a:lnTo>
                      <a:pt x="1296" y="1575"/>
                    </a:lnTo>
                    <a:cubicBezTo>
                      <a:pt x="1260" y="1575"/>
                      <a:pt x="1230" y="1546"/>
                      <a:pt x="1230" y="1509"/>
                    </a:cubicBezTo>
                    <a:cubicBezTo>
                      <a:pt x="1230" y="1472"/>
                      <a:pt x="1260" y="1442"/>
                      <a:pt x="1296" y="1442"/>
                    </a:cubicBezTo>
                    <a:close/>
                    <a:moveTo>
                      <a:pt x="3121" y="3413"/>
                    </a:moveTo>
                    <a:lnTo>
                      <a:pt x="510" y="3413"/>
                    </a:lnTo>
                    <a:lnTo>
                      <a:pt x="510" y="2126"/>
                    </a:lnTo>
                    <a:lnTo>
                      <a:pt x="3121" y="2126"/>
                    </a:lnTo>
                    <a:lnTo>
                      <a:pt x="3121" y="3413"/>
                    </a:lnTo>
                    <a:close/>
                  </a:path>
                </a:pathLst>
              </a:cu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rgbClr val="44546A"/>
                  </a:solidFill>
                  <a:cs typeface="+mn-ea"/>
                  <a:sym typeface="+mn-lt"/>
                </a:endParaRPr>
              </a:p>
            </p:txBody>
          </p:sp>
        </p:grpSp>
        <p:grpSp>
          <p:nvGrpSpPr>
            <p:cNvPr id="52" name="组合 51">
              <a:extLst>
                <a:ext uri="{FF2B5EF4-FFF2-40B4-BE49-F238E27FC236}">
                  <a16:creationId xmlns:a16="http://schemas.microsoft.com/office/drawing/2014/main" id="{33175202-5853-4D58-823B-0FAB812FE5E7}"/>
                </a:ext>
              </a:extLst>
            </p:cNvPr>
            <p:cNvGrpSpPr/>
            <p:nvPr/>
          </p:nvGrpSpPr>
          <p:grpSpPr>
            <a:xfrm>
              <a:off x="6569586" y="4272447"/>
              <a:ext cx="3941252" cy="1005506"/>
              <a:chOff x="7483989" y="3314482"/>
              <a:chExt cx="3941252" cy="1005506"/>
            </a:xfrm>
          </p:grpSpPr>
          <p:sp>
            <p:nvSpPr>
              <p:cNvPr id="53" name="矩形 52">
                <a:extLst>
                  <a:ext uri="{FF2B5EF4-FFF2-40B4-BE49-F238E27FC236}">
                    <a16:creationId xmlns:a16="http://schemas.microsoft.com/office/drawing/2014/main" id="{B977920E-056C-4BFD-B6BE-D89B5C61773F}"/>
                  </a:ext>
                </a:extLst>
              </p:cNvPr>
              <p:cNvSpPr/>
              <p:nvPr/>
            </p:nvSpPr>
            <p:spPr>
              <a:xfrm>
                <a:off x="7483989" y="3732519"/>
                <a:ext cx="3941252" cy="587469"/>
              </a:xfrm>
              <a:prstGeom prst="rect">
                <a:avLst/>
              </a:prstGeom>
              <a:ln>
                <a:noFill/>
              </a:ln>
            </p:spPr>
            <p:txBody>
              <a:bodyPr wrap="square">
                <a:spAutoFit/>
                <a:scene3d>
                  <a:camera prst="orthographicFront"/>
                  <a:lightRig rig="threePt" dir="t"/>
                </a:scene3d>
                <a:sp3d contourW="12700"/>
              </a:bodyPr>
              <a:lstStyle/>
              <a:p>
                <a:pPr algn="just">
                  <a:lnSpc>
                    <a:spcPct val="120000"/>
                  </a:lnSpc>
                </a:pPr>
                <a:r>
                  <a:rPr lang="zh-CN" altLang="en-US" sz="1400" dirty="0">
                    <a:solidFill>
                      <a:srgbClr val="44546A"/>
                    </a:solidFill>
                    <a:cs typeface="+mn-ea"/>
                    <a:sym typeface="+mn-lt"/>
                  </a:rPr>
                  <a:t>此项目开发的功能是基于学生的角度去审视后发现部分功能还未能成熟的出现或应用。</a:t>
                </a:r>
              </a:p>
            </p:txBody>
          </p:sp>
          <p:sp>
            <p:nvSpPr>
              <p:cNvPr id="54" name="矩形 53">
                <a:extLst>
                  <a:ext uri="{FF2B5EF4-FFF2-40B4-BE49-F238E27FC236}">
                    <a16:creationId xmlns:a16="http://schemas.microsoft.com/office/drawing/2014/main" id="{FE50B48F-C01C-4CF2-9E30-9689603BCB2A}"/>
                  </a:ext>
                </a:extLst>
              </p:cNvPr>
              <p:cNvSpPr/>
              <p:nvPr/>
            </p:nvSpPr>
            <p:spPr>
              <a:xfrm>
                <a:off x="7483989" y="3314482"/>
                <a:ext cx="3794444" cy="396583"/>
              </a:xfrm>
              <a:prstGeom prst="rect">
                <a:avLst/>
              </a:prstGeom>
              <a:ln>
                <a:noFill/>
              </a:ln>
            </p:spPr>
            <p:txBody>
              <a:bodyPr wrap="square">
                <a:spAutoFit/>
                <a:scene3d>
                  <a:camera prst="orthographicFront"/>
                  <a:lightRig rig="threePt" dir="t"/>
                </a:scene3d>
                <a:sp3d contourW="12700"/>
              </a:bodyPr>
              <a:lstStyle/>
              <a:p>
                <a:pPr algn="just">
                  <a:lnSpc>
                    <a:spcPct val="120000"/>
                  </a:lnSpc>
                </a:pPr>
                <a:r>
                  <a:rPr lang="zh-CN" altLang="en-US" b="1" dirty="0">
                    <a:solidFill>
                      <a:srgbClr val="44546A"/>
                    </a:solidFill>
                    <a:cs typeface="+mn-ea"/>
                    <a:sym typeface="+mn-lt"/>
                  </a:rPr>
                  <a:t>现状态下不完善或是未开发的服务</a:t>
                </a:r>
              </a:p>
            </p:txBody>
          </p:sp>
        </p:grpSp>
      </p:grpSp>
    </p:spTree>
    <p:extLst>
      <p:ext uri="{BB962C8B-B14F-4D97-AF65-F5344CB8AC3E}">
        <p14:creationId xmlns:p14="http://schemas.microsoft.com/office/powerpoint/2010/main" val="3567310303"/>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p:tgtEl>
                                          <p:spTgt spid="29"/>
                                        </p:tgtEl>
                                        <p:attrNameLst>
                                          <p:attrName>ppt_x</p:attrName>
                                        </p:attrNameLst>
                                      </p:cBhvr>
                                      <p:tavLst>
                                        <p:tav tm="0">
                                          <p:val>
                                            <p:strVal val="#ppt_x-#ppt_w*1.125000"/>
                                          </p:val>
                                        </p:tav>
                                        <p:tav tm="100000">
                                          <p:val>
                                            <p:strVal val="#ppt_x"/>
                                          </p:val>
                                        </p:tav>
                                      </p:tavLst>
                                    </p:anim>
                                    <p:animEffect transition="in" filter="wipe(right)">
                                      <p:cBhvr>
                                        <p:cTn id="8" dur="500"/>
                                        <p:tgtEl>
                                          <p:spTgt spid="29"/>
                                        </p:tgtEl>
                                      </p:cBhvr>
                                    </p:animEffect>
                                  </p:childTnLst>
                                </p:cTn>
                              </p:par>
                            </p:childTnLst>
                          </p:cTn>
                        </p:par>
                        <p:par>
                          <p:cTn id="9" fill="hold">
                            <p:stCondLst>
                              <p:cond delay="500"/>
                            </p:stCondLst>
                            <p:childTnLst>
                              <p:par>
                                <p:cTn id="10" presetID="12" presetClass="entr" presetSubtype="1" fill="hold" nodeType="afterEffect">
                                  <p:stCondLst>
                                    <p:cond delay="0"/>
                                  </p:stCondLst>
                                  <p:childTnLst>
                                    <p:set>
                                      <p:cBhvr>
                                        <p:cTn id="11" dur="1" fill="hold">
                                          <p:stCondLst>
                                            <p:cond delay="0"/>
                                          </p:stCondLst>
                                        </p:cTn>
                                        <p:tgtEl>
                                          <p:spTgt spid="43"/>
                                        </p:tgtEl>
                                        <p:attrNameLst>
                                          <p:attrName>style.visibility</p:attrName>
                                        </p:attrNameLst>
                                      </p:cBhvr>
                                      <p:to>
                                        <p:strVal val="visible"/>
                                      </p:to>
                                    </p:set>
                                    <p:anim calcmode="lin" valueType="num">
                                      <p:cBhvr additive="base">
                                        <p:cTn id="12" dur="500"/>
                                        <p:tgtEl>
                                          <p:spTgt spid="43"/>
                                        </p:tgtEl>
                                        <p:attrNameLst>
                                          <p:attrName>ppt_y</p:attrName>
                                        </p:attrNameLst>
                                      </p:cBhvr>
                                      <p:tavLst>
                                        <p:tav tm="0">
                                          <p:val>
                                            <p:strVal val="#ppt_y-#ppt_h*1.125000"/>
                                          </p:val>
                                        </p:tav>
                                        <p:tav tm="100000">
                                          <p:val>
                                            <p:strVal val="#ppt_y"/>
                                          </p:val>
                                        </p:tav>
                                      </p:tavLst>
                                    </p:anim>
                                    <p:animEffect transition="in" filter="wipe(down)">
                                      <p:cBhvr>
                                        <p:cTn id="13" dur="500"/>
                                        <p:tgtEl>
                                          <p:spTgt spid="43"/>
                                        </p:tgtEl>
                                      </p:cBhvr>
                                    </p:animEffect>
                                  </p:childTnLst>
                                </p:cTn>
                              </p:par>
                            </p:childTnLst>
                          </p:cTn>
                        </p:par>
                        <p:par>
                          <p:cTn id="14" fill="hold">
                            <p:stCondLst>
                              <p:cond delay="1000"/>
                            </p:stCondLst>
                            <p:childTnLst>
                              <p:par>
                                <p:cTn id="15" presetID="12" presetClass="entr" presetSubtype="2" fill="hold" nodeType="afterEffect">
                                  <p:stCondLst>
                                    <p:cond delay="0"/>
                                  </p:stCondLst>
                                  <p:childTnLst>
                                    <p:set>
                                      <p:cBhvr>
                                        <p:cTn id="16" dur="1" fill="hold">
                                          <p:stCondLst>
                                            <p:cond delay="0"/>
                                          </p:stCondLst>
                                        </p:cTn>
                                        <p:tgtEl>
                                          <p:spTgt spid="50"/>
                                        </p:tgtEl>
                                        <p:attrNameLst>
                                          <p:attrName>style.visibility</p:attrName>
                                        </p:attrNameLst>
                                      </p:cBhvr>
                                      <p:to>
                                        <p:strVal val="visible"/>
                                      </p:to>
                                    </p:set>
                                    <p:anim calcmode="lin" valueType="num">
                                      <p:cBhvr additive="base">
                                        <p:cTn id="17" dur="500"/>
                                        <p:tgtEl>
                                          <p:spTgt spid="50"/>
                                        </p:tgtEl>
                                        <p:attrNameLst>
                                          <p:attrName>ppt_x</p:attrName>
                                        </p:attrNameLst>
                                      </p:cBhvr>
                                      <p:tavLst>
                                        <p:tav tm="0">
                                          <p:val>
                                            <p:strVal val="#ppt_x+#ppt_w*1.125000"/>
                                          </p:val>
                                        </p:tav>
                                        <p:tav tm="100000">
                                          <p:val>
                                            <p:strVal val="#ppt_x"/>
                                          </p:val>
                                        </p:tav>
                                      </p:tavLst>
                                    </p:anim>
                                    <p:animEffect transition="in" filter="wipe(left)">
                                      <p:cBhvr>
                                        <p:cTn id="18" dur="500"/>
                                        <p:tgtEl>
                                          <p:spTgt spid="50"/>
                                        </p:tgtEl>
                                      </p:cBhvr>
                                    </p:animEffect>
                                  </p:childTnLst>
                                </p:cTn>
                              </p:par>
                            </p:childTnLst>
                          </p:cTn>
                        </p:par>
                        <p:par>
                          <p:cTn id="19" fill="hold">
                            <p:stCondLst>
                              <p:cond delay="1500"/>
                            </p:stCondLst>
                            <p:childTnLst>
                              <p:par>
                                <p:cTn id="20" presetID="12" presetClass="entr" presetSubtype="4"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 calcmode="lin" valueType="num">
                                      <p:cBhvr additive="base">
                                        <p:cTn id="22" dur="500"/>
                                        <p:tgtEl>
                                          <p:spTgt spid="36"/>
                                        </p:tgtEl>
                                        <p:attrNameLst>
                                          <p:attrName>ppt_y</p:attrName>
                                        </p:attrNameLst>
                                      </p:cBhvr>
                                      <p:tavLst>
                                        <p:tav tm="0">
                                          <p:val>
                                            <p:strVal val="#ppt_y+#ppt_h*1.125000"/>
                                          </p:val>
                                        </p:tav>
                                        <p:tav tm="100000">
                                          <p:val>
                                            <p:strVal val="#ppt_y"/>
                                          </p:val>
                                        </p:tav>
                                      </p:tavLst>
                                    </p:anim>
                                    <p:animEffect transition="in" filter="wipe(up)">
                                      <p:cBhvr>
                                        <p:cTn id="2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a:extLst>
              <a:ext uri="{FF2B5EF4-FFF2-40B4-BE49-F238E27FC236}">
                <a16:creationId xmlns:a16="http://schemas.microsoft.com/office/drawing/2014/main" id="{77DAC8EB-FA83-7E4C-AF62-241BA0588B17}"/>
              </a:ext>
            </a:extLst>
          </p:cNvPr>
          <p:cNvSpPr/>
          <p:nvPr/>
        </p:nvSpPr>
        <p:spPr>
          <a:xfrm>
            <a:off x="5070393" y="668411"/>
            <a:ext cx="2160000" cy="216000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圆角矩形 2">
            <a:extLst>
              <a:ext uri="{FF2B5EF4-FFF2-40B4-BE49-F238E27FC236}">
                <a16:creationId xmlns:a16="http://schemas.microsoft.com/office/drawing/2014/main" id="{87BF9EF1-4524-664B-B4E4-F19DF76D9A44}"/>
              </a:ext>
            </a:extLst>
          </p:cNvPr>
          <p:cNvSpPr/>
          <p:nvPr/>
        </p:nvSpPr>
        <p:spPr>
          <a:xfrm>
            <a:off x="4507730" y="1424652"/>
            <a:ext cx="243152" cy="243152"/>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圆角矩形 3">
            <a:extLst>
              <a:ext uri="{FF2B5EF4-FFF2-40B4-BE49-F238E27FC236}">
                <a16:creationId xmlns:a16="http://schemas.microsoft.com/office/drawing/2014/main" id="{0B261106-7C4E-5C45-85CE-F2A206EC566B}"/>
              </a:ext>
            </a:extLst>
          </p:cNvPr>
          <p:cNvSpPr/>
          <p:nvPr/>
        </p:nvSpPr>
        <p:spPr>
          <a:xfrm>
            <a:off x="4750882" y="1887516"/>
            <a:ext cx="127491" cy="127491"/>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 name="圆角矩形 4">
            <a:extLst>
              <a:ext uri="{FF2B5EF4-FFF2-40B4-BE49-F238E27FC236}">
                <a16:creationId xmlns:a16="http://schemas.microsoft.com/office/drawing/2014/main" id="{DA32410C-A7A8-484A-9119-0B7FF46D9A48}"/>
              </a:ext>
            </a:extLst>
          </p:cNvPr>
          <p:cNvSpPr/>
          <p:nvPr/>
        </p:nvSpPr>
        <p:spPr>
          <a:xfrm>
            <a:off x="7318469" y="1320858"/>
            <a:ext cx="209070" cy="20907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文本框 5">
            <a:extLst>
              <a:ext uri="{FF2B5EF4-FFF2-40B4-BE49-F238E27FC236}">
                <a16:creationId xmlns:a16="http://schemas.microsoft.com/office/drawing/2014/main" id="{ADE6D4DB-97A7-664D-A539-41472511B747}"/>
              </a:ext>
            </a:extLst>
          </p:cNvPr>
          <p:cNvSpPr txBox="1"/>
          <p:nvPr/>
        </p:nvSpPr>
        <p:spPr>
          <a:xfrm>
            <a:off x="5281898" y="1565553"/>
            <a:ext cx="1798045" cy="52322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srgbClr val="44546A"/>
                </a:solidFill>
                <a:effectLst/>
                <a:uLnTx/>
                <a:uFillTx/>
                <a:cs typeface="+mn-ea"/>
                <a:sym typeface="+mn-lt"/>
              </a:rPr>
              <a:t>第</a:t>
            </a:r>
            <a:r>
              <a:rPr kumimoji="1" lang="zh-CN" altLang="en-US" sz="2800" dirty="0">
                <a:solidFill>
                  <a:srgbClr val="44546A"/>
                </a:solidFill>
                <a:cs typeface="+mn-ea"/>
                <a:sym typeface="+mn-lt"/>
              </a:rPr>
              <a:t>二</a:t>
            </a:r>
            <a:r>
              <a:rPr kumimoji="1" lang="zh-CN" altLang="en-US" sz="2800" b="0" i="0" u="none" strike="noStrike" kern="1200" cap="none" spc="0" normalizeH="0" baseline="0" noProof="0" dirty="0">
                <a:ln>
                  <a:noFill/>
                </a:ln>
                <a:solidFill>
                  <a:srgbClr val="44546A"/>
                </a:solidFill>
                <a:effectLst/>
                <a:uLnTx/>
                <a:uFillTx/>
                <a:cs typeface="+mn-ea"/>
                <a:sym typeface="+mn-lt"/>
              </a:rPr>
              <a:t>部分</a:t>
            </a:r>
          </a:p>
        </p:txBody>
      </p:sp>
      <p:sp>
        <p:nvSpPr>
          <p:cNvPr id="7" name="文本框 6">
            <a:extLst>
              <a:ext uri="{FF2B5EF4-FFF2-40B4-BE49-F238E27FC236}">
                <a16:creationId xmlns:a16="http://schemas.microsoft.com/office/drawing/2014/main" id="{2AA5CD6C-CEAA-2F4F-84CB-CDF42E3F6FB0}"/>
              </a:ext>
            </a:extLst>
          </p:cNvPr>
          <p:cNvSpPr txBox="1"/>
          <p:nvPr/>
        </p:nvSpPr>
        <p:spPr>
          <a:xfrm>
            <a:off x="5293773" y="1998761"/>
            <a:ext cx="1774295"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1600" b="0" i="0" u="none" strike="noStrike" kern="1200" cap="none" spc="0" normalizeH="0" baseline="0" noProof="0" dirty="0">
                <a:ln>
                  <a:noFill/>
                </a:ln>
                <a:solidFill>
                  <a:srgbClr val="44546A"/>
                </a:solidFill>
                <a:effectLst/>
                <a:uLnTx/>
                <a:uFillTx/>
                <a:cs typeface="+mn-ea"/>
                <a:sym typeface="+mn-lt"/>
              </a:rPr>
              <a:t>PART</a:t>
            </a:r>
            <a:r>
              <a:rPr kumimoji="1" lang="zh-CN" altLang="en-US" sz="1600" b="0" i="0" u="none" strike="noStrike" kern="1200" cap="none" spc="0" normalizeH="0" baseline="0" noProof="0" dirty="0">
                <a:ln>
                  <a:noFill/>
                </a:ln>
                <a:solidFill>
                  <a:srgbClr val="44546A"/>
                </a:solidFill>
                <a:effectLst/>
                <a:uLnTx/>
                <a:uFillTx/>
                <a:cs typeface="+mn-ea"/>
                <a:sym typeface="+mn-lt"/>
              </a:rPr>
              <a:t> </a:t>
            </a:r>
            <a:r>
              <a:rPr kumimoji="1" lang="en-US" altLang="zh-CN" sz="1600" b="0" i="0" u="none" strike="noStrike" kern="1200" cap="none" spc="0" normalizeH="0" baseline="0" noProof="0" dirty="0">
                <a:ln>
                  <a:noFill/>
                </a:ln>
                <a:solidFill>
                  <a:srgbClr val="44546A"/>
                </a:solidFill>
                <a:effectLst/>
                <a:uLnTx/>
                <a:uFillTx/>
                <a:cs typeface="+mn-ea"/>
                <a:sym typeface="+mn-lt"/>
              </a:rPr>
              <a:t>02</a:t>
            </a:r>
            <a:endParaRPr kumimoji="1" lang="zh-CN" altLang="en-US" sz="1600" b="0" i="0" u="none" strike="noStrike" kern="1200" cap="none" spc="0" normalizeH="0" baseline="0" noProof="0" dirty="0">
              <a:ln>
                <a:noFill/>
              </a:ln>
              <a:solidFill>
                <a:srgbClr val="44546A"/>
              </a:solidFill>
              <a:effectLst/>
              <a:uLnTx/>
              <a:uFillTx/>
              <a:cs typeface="+mn-ea"/>
              <a:sym typeface="+mn-lt"/>
            </a:endParaRPr>
          </a:p>
        </p:txBody>
      </p:sp>
      <p:sp>
        <p:nvSpPr>
          <p:cNvPr id="8" name="文本框 7">
            <a:extLst>
              <a:ext uri="{FF2B5EF4-FFF2-40B4-BE49-F238E27FC236}">
                <a16:creationId xmlns:a16="http://schemas.microsoft.com/office/drawing/2014/main" id="{0CEEC32F-A461-E14B-BA72-2A0A3033AF09}"/>
              </a:ext>
            </a:extLst>
          </p:cNvPr>
          <p:cNvSpPr txBox="1"/>
          <p:nvPr/>
        </p:nvSpPr>
        <p:spPr>
          <a:xfrm>
            <a:off x="4347409" y="2770523"/>
            <a:ext cx="3570208" cy="1107996"/>
          </a:xfrm>
          <a:prstGeom prst="rect">
            <a:avLst/>
          </a:prstGeom>
          <a:noFill/>
        </p:spPr>
        <p:txBody>
          <a:bodyPr wrap="none" rtlCol="0">
            <a:spAutoFit/>
          </a:bodyPr>
          <a:lstStyle/>
          <a:p>
            <a:pPr lvl="0">
              <a:defRPr/>
            </a:pPr>
            <a:r>
              <a:rPr kumimoji="1" lang="zh-CN" altLang="en-US" sz="6600" dirty="0">
                <a:solidFill>
                  <a:srgbClr val="44546A"/>
                </a:solidFill>
                <a:cs typeface="+mn-ea"/>
                <a:sym typeface="+mn-lt"/>
              </a:rPr>
              <a:t>团队分工</a:t>
            </a:r>
          </a:p>
        </p:txBody>
      </p:sp>
      <p:sp>
        <p:nvSpPr>
          <p:cNvPr id="9" name="文本框 8">
            <a:extLst>
              <a:ext uri="{FF2B5EF4-FFF2-40B4-BE49-F238E27FC236}">
                <a16:creationId xmlns:a16="http://schemas.microsoft.com/office/drawing/2014/main" id="{473DBF93-FD30-194C-B730-87857EF96E77}"/>
              </a:ext>
            </a:extLst>
          </p:cNvPr>
          <p:cNvSpPr txBox="1"/>
          <p:nvPr/>
        </p:nvSpPr>
        <p:spPr>
          <a:xfrm>
            <a:off x="2944894" y="3878519"/>
            <a:ext cx="6472052" cy="306174"/>
          </a:xfrm>
          <a:prstGeom prst="rect">
            <a:avLst/>
          </a:prstGeom>
          <a:noFill/>
        </p:spPr>
        <p:txBody>
          <a:bodyPr wrap="square" rtlCol="0">
            <a:spAutoFit/>
          </a:bodyPr>
          <a:lstStyle/>
          <a:p>
            <a:pPr lvl="0" algn="ctr">
              <a:lnSpc>
                <a:spcPct val="150000"/>
              </a:lnSpc>
              <a:defRPr/>
            </a:pPr>
            <a:r>
              <a:rPr lang="en-US" altLang="zh-CN" sz="1050" dirty="0">
                <a:solidFill>
                  <a:prstClr val="black">
                    <a:lumMod val="50000"/>
                    <a:lumOff val="50000"/>
                  </a:prstClr>
                </a:solidFill>
                <a:cs typeface="+mn-ea"/>
                <a:sym typeface="+mn-lt"/>
              </a:rPr>
              <a:t>Team division of labor</a:t>
            </a:r>
            <a:endParaRPr lang="en" altLang="zh-CN" sz="1050" dirty="0">
              <a:solidFill>
                <a:prstClr val="black">
                  <a:lumMod val="50000"/>
                  <a:lumOff val="50000"/>
                </a:prstClr>
              </a:solidFill>
              <a:cs typeface="+mn-ea"/>
              <a:sym typeface="+mn-lt"/>
            </a:endParaRPr>
          </a:p>
        </p:txBody>
      </p:sp>
    </p:spTree>
    <p:extLst>
      <p:ext uri="{BB962C8B-B14F-4D97-AF65-F5344CB8AC3E}">
        <p14:creationId xmlns:p14="http://schemas.microsoft.com/office/powerpoint/2010/main" val="205452644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7"/>
            <a:ext cx="14157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dirty="0">
                <a:solidFill>
                  <a:srgbClr val="44546A"/>
                </a:solidFill>
                <a:cs typeface="+mn-ea"/>
                <a:sym typeface="+mn-lt"/>
              </a:rPr>
              <a:t>团队分工</a:t>
            </a:r>
            <a:endParaRPr kumimoji="1" lang="zh-CN" altLang="en-US" sz="2400" b="0" i="0" u="none" strike="noStrike" kern="1200" cap="none" spc="0" normalizeH="0" baseline="0" noProof="0" dirty="0">
              <a:ln>
                <a:noFill/>
              </a:ln>
              <a:solidFill>
                <a:srgbClr val="44546A"/>
              </a:solidFill>
              <a:effectLst/>
              <a:uLnTx/>
              <a:uFillTx/>
              <a:cs typeface="+mn-ea"/>
              <a:sym typeface="+mn-lt"/>
            </a:endParaRPr>
          </a:p>
        </p:txBody>
      </p:sp>
      <p:grpSp>
        <p:nvGrpSpPr>
          <p:cNvPr id="21" name="组合 20">
            <a:extLst>
              <a:ext uri="{FF2B5EF4-FFF2-40B4-BE49-F238E27FC236}">
                <a16:creationId xmlns:a16="http://schemas.microsoft.com/office/drawing/2014/main" id="{96D7927A-9A7D-4515-9343-FE94FF90BC38}"/>
              </a:ext>
            </a:extLst>
          </p:cNvPr>
          <p:cNvGrpSpPr/>
          <p:nvPr/>
        </p:nvGrpSpPr>
        <p:grpSpPr>
          <a:xfrm>
            <a:off x="4384918" y="3541222"/>
            <a:ext cx="4229941" cy="961110"/>
            <a:chOff x="2415547" y="3664529"/>
            <a:chExt cx="4229941" cy="961110"/>
          </a:xfrm>
        </p:grpSpPr>
        <p:sp>
          <p:nvSpPr>
            <p:cNvPr id="22" name="文本框 21">
              <a:extLst>
                <a:ext uri="{FF2B5EF4-FFF2-40B4-BE49-F238E27FC236}">
                  <a16:creationId xmlns:a16="http://schemas.microsoft.com/office/drawing/2014/main" id="{04560ED9-71A7-44E2-8077-32D9ABAB58CD}"/>
                </a:ext>
              </a:extLst>
            </p:cNvPr>
            <p:cNvSpPr txBox="1"/>
            <p:nvPr/>
          </p:nvSpPr>
          <p:spPr>
            <a:xfrm>
              <a:off x="2486796" y="3810031"/>
              <a:ext cx="3585789" cy="815608"/>
            </a:xfrm>
            <a:prstGeom prst="rect">
              <a:avLst/>
            </a:prstGeom>
            <a:noFill/>
          </p:spPr>
          <p:txBody>
            <a:bodyPr wrap="square" rtlCol="0">
              <a:spAutoFit/>
              <a:scene3d>
                <a:camera prst="orthographicFront"/>
                <a:lightRig rig="threePt" dir="t"/>
              </a:scene3d>
              <a:sp3d contourW="12700"/>
            </a:bodyPr>
            <a:lstStyle/>
            <a:p>
              <a:r>
                <a:rPr lang="zh-CN" altLang="en-US" dirty="0">
                  <a:solidFill>
                    <a:srgbClr val="44546A"/>
                  </a:solidFill>
                  <a:cs typeface="+mn-ea"/>
                  <a:sym typeface="+mn-lt"/>
                </a:rPr>
                <a:t>袁健恒 </a:t>
              </a:r>
              <a:r>
                <a:rPr lang="zh-CN" altLang="en-US" sz="1100" dirty="0">
                  <a:solidFill>
                    <a:srgbClr val="44546A"/>
                  </a:solidFill>
                  <a:cs typeface="+mn-ea"/>
                  <a:sym typeface="+mn-lt"/>
                </a:rPr>
                <a:t>后端开发：使用</a:t>
              </a:r>
              <a:r>
                <a:rPr lang="en-US" altLang="zh-CN" sz="1100" dirty="0" err="1">
                  <a:solidFill>
                    <a:srgbClr val="44546A"/>
                  </a:solidFill>
                  <a:cs typeface="+mn-ea"/>
                  <a:sym typeface="+mn-lt"/>
                </a:rPr>
                <a:t>Mysql,Laravel</a:t>
              </a:r>
              <a:r>
                <a:rPr lang="zh-CN" altLang="en-US" sz="1100" dirty="0">
                  <a:solidFill>
                    <a:srgbClr val="44546A"/>
                  </a:solidFill>
                  <a:cs typeface="+mn-ea"/>
                  <a:sym typeface="+mn-lt"/>
                </a:rPr>
                <a:t>搭建后台框架</a:t>
              </a:r>
              <a:endParaRPr lang="en-US" altLang="zh-CN" sz="1100" dirty="0">
                <a:solidFill>
                  <a:srgbClr val="44546A"/>
                </a:solidFill>
                <a:cs typeface="+mn-ea"/>
                <a:sym typeface="+mn-lt"/>
              </a:endParaRPr>
            </a:p>
            <a:p>
              <a:endParaRPr lang="zh-CN" altLang="en-US" dirty="0">
                <a:solidFill>
                  <a:srgbClr val="44546A"/>
                </a:solidFill>
                <a:cs typeface="+mn-ea"/>
                <a:sym typeface="+mn-lt"/>
              </a:endParaRPr>
            </a:p>
          </p:txBody>
        </p:sp>
        <p:sp>
          <p:nvSpPr>
            <p:cNvPr id="23" name="文本框 22">
              <a:extLst>
                <a:ext uri="{FF2B5EF4-FFF2-40B4-BE49-F238E27FC236}">
                  <a16:creationId xmlns:a16="http://schemas.microsoft.com/office/drawing/2014/main" id="{5600CC83-09EB-4FE4-9965-B07740D22B3F}"/>
                </a:ext>
              </a:extLst>
            </p:cNvPr>
            <p:cNvSpPr txBox="1"/>
            <p:nvPr/>
          </p:nvSpPr>
          <p:spPr>
            <a:xfrm>
              <a:off x="2415547" y="3664529"/>
              <a:ext cx="4229941" cy="336695"/>
            </a:xfrm>
            <a:prstGeom prst="rect">
              <a:avLst/>
            </a:prstGeom>
            <a:noFill/>
          </p:spPr>
          <p:txBody>
            <a:bodyPr wrap="square" rtlCol="0">
              <a:spAutoFit/>
              <a:scene3d>
                <a:camera prst="orthographicFront"/>
                <a:lightRig rig="threePt" dir="t"/>
              </a:scene3d>
              <a:sp3d contourW="12700"/>
            </a:bodyPr>
            <a:lstStyle/>
            <a:p>
              <a:pPr>
                <a:lnSpc>
                  <a:spcPct val="150000"/>
                </a:lnSpc>
              </a:pPr>
              <a:endParaRPr lang="en-US" altLang="zh-CN" sz="1200" dirty="0">
                <a:solidFill>
                  <a:srgbClr val="44546A"/>
                </a:solidFill>
                <a:cs typeface="+mn-ea"/>
                <a:sym typeface="+mn-lt"/>
              </a:endParaRPr>
            </a:p>
          </p:txBody>
        </p:sp>
      </p:grpSp>
      <p:grpSp>
        <p:nvGrpSpPr>
          <p:cNvPr id="25" name="组合 24">
            <a:extLst>
              <a:ext uri="{FF2B5EF4-FFF2-40B4-BE49-F238E27FC236}">
                <a16:creationId xmlns:a16="http://schemas.microsoft.com/office/drawing/2014/main" id="{AB239FE5-70CC-4DCE-85F8-416694C4E51C}"/>
              </a:ext>
            </a:extLst>
          </p:cNvPr>
          <p:cNvGrpSpPr/>
          <p:nvPr/>
        </p:nvGrpSpPr>
        <p:grpSpPr>
          <a:xfrm>
            <a:off x="4384918" y="2343069"/>
            <a:ext cx="4301190" cy="1886982"/>
            <a:chOff x="2415547" y="1136941"/>
            <a:chExt cx="4301190" cy="1886982"/>
          </a:xfrm>
        </p:grpSpPr>
        <p:sp>
          <p:nvSpPr>
            <p:cNvPr id="26" name="文本框 25">
              <a:extLst>
                <a:ext uri="{FF2B5EF4-FFF2-40B4-BE49-F238E27FC236}">
                  <a16:creationId xmlns:a16="http://schemas.microsoft.com/office/drawing/2014/main" id="{5B5E2D4B-1DA6-42A2-99F0-C75C9B2209FC}"/>
                </a:ext>
              </a:extLst>
            </p:cNvPr>
            <p:cNvSpPr txBox="1"/>
            <p:nvPr/>
          </p:nvSpPr>
          <p:spPr>
            <a:xfrm>
              <a:off x="2415547" y="1136941"/>
              <a:ext cx="3585789" cy="646331"/>
            </a:xfrm>
            <a:prstGeom prst="rect">
              <a:avLst/>
            </a:prstGeom>
            <a:noFill/>
          </p:spPr>
          <p:txBody>
            <a:bodyPr wrap="square" rtlCol="0">
              <a:spAutoFit/>
              <a:scene3d>
                <a:camera prst="orthographicFront"/>
                <a:lightRig rig="threePt" dir="t"/>
              </a:scene3d>
              <a:sp3d contourW="12700"/>
            </a:bodyPr>
            <a:lstStyle/>
            <a:p>
              <a:r>
                <a:rPr lang="zh-CN" altLang="en-US" dirty="0">
                  <a:solidFill>
                    <a:srgbClr val="44546A"/>
                  </a:solidFill>
                  <a:cs typeface="+mn-ea"/>
                  <a:sym typeface="+mn-lt"/>
                </a:rPr>
                <a:t>郑海鹏  </a:t>
              </a:r>
              <a:r>
                <a:rPr lang="zh-CN" altLang="en-US" sz="1100" dirty="0">
                  <a:solidFill>
                    <a:srgbClr val="44546A"/>
                  </a:solidFill>
                  <a:cs typeface="+mn-ea"/>
                  <a:sym typeface="+mn-lt"/>
                </a:rPr>
                <a:t>前端开发：学习使用微信小程序开发</a:t>
              </a:r>
              <a:endParaRPr lang="en-US" altLang="zh-CN" sz="1100" dirty="0">
                <a:solidFill>
                  <a:srgbClr val="44546A"/>
                </a:solidFill>
                <a:cs typeface="+mn-ea"/>
                <a:sym typeface="+mn-lt"/>
              </a:endParaRPr>
            </a:p>
            <a:p>
              <a:endParaRPr lang="zh-CN" altLang="en-US" dirty="0">
                <a:solidFill>
                  <a:srgbClr val="44546A"/>
                </a:solidFill>
                <a:cs typeface="+mn-ea"/>
                <a:sym typeface="+mn-lt"/>
              </a:endParaRPr>
            </a:p>
          </p:txBody>
        </p:sp>
        <p:sp>
          <p:nvSpPr>
            <p:cNvPr id="27" name="文本框 26">
              <a:extLst>
                <a:ext uri="{FF2B5EF4-FFF2-40B4-BE49-F238E27FC236}">
                  <a16:creationId xmlns:a16="http://schemas.microsoft.com/office/drawing/2014/main" id="{461BE80A-9F7B-4546-BB52-8ED18ADE9FD4}"/>
                </a:ext>
              </a:extLst>
            </p:cNvPr>
            <p:cNvSpPr txBox="1"/>
            <p:nvPr/>
          </p:nvSpPr>
          <p:spPr>
            <a:xfrm>
              <a:off x="2486796" y="2687228"/>
              <a:ext cx="4229941" cy="336695"/>
            </a:xfrm>
            <a:prstGeom prst="rect">
              <a:avLst/>
            </a:prstGeom>
            <a:noFill/>
          </p:spPr>
          <p:txBody>
            <a:bodyPr wrap="square" rtlCol="0">
              <a:spAutoFit/>
              <a:scene3d>
                <a:camera prst="orthographicFront"/>
                <a:lightRig rig="threePt" dir="t"/>
              </a:scene3d>
              <a:sp3d contourW="12700"/>
            </a:bodyPr>
            <a:lstStyle/>
            <a:p>
              <a:pPr>
                <a:lnSpc>
                  <a:spcPct val="150000"/>
                </a:lnSpc>
              </a:pPr>
              <a:endParaRPr lang="en-US" altLang="zh-CN" sz="1200" dirty="0">
                <a:solidFill>
                  <a:srgbClr val="44546A"/>
                </a:solidFill>
                <a:cs typeface="+mn-ea"/>
                <a:sym typeface="+mn-lt"/>
              </a:endParaRPr>
            </a:p>
          </p:txBody>
        </p:sp>
      </p:grpSp>
      <p:cxnSp>
        <p:nvCxnSpPr>
          <p:cNvPr id="32" name="直接连接符 31">
            <a:extLst>
              <a:ext uri="{FF2B5EF4-FFF2-40B4-BE49-F238E27FC236}">
                <a16:creationId xmlns:a16="http://schemas.microsoft.com/office/drawing/2014/main" id="{0B2B5C6C-6FC5-47E3-856A-73B690DCFE2E}"/>
              </a:ext>
            </a:extLst>
          </p:cNvPr>
          <p:cNvCxnSpPr>
            <a:cxnSpLocks/>
          </p:cNvCxnSpPr>
          <p:nvPr/>
        </p:nvCxnSpPr>
        <p:spPr>
          <a:xfrm>
            <a:off x="3553496" y="2913333"/>
            <a:ext cx="4488460"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C1B5A7C6-5B1A-4181-BA41-8468F6B20B3F}"/>
              </a:ext>
            </a:extLst>
          </p:cNvPr>
          <p:cNvCxnSpPr>
            <a:cxnSpLocks/>
          </p:cNvCxnSpPr>
          <p:nvPr/>
        </p:nvCxnSpPr>
        <p:spPr>
          <a:xfrm>
            <a:off x="3553496" y="4230051"/>
            <a:ext cx="4488460"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pic>
        <p:nvPicPr>
          <p:cNvPr id="10" name="图形 9" descr="用户">
            <a:extLst>
              <a:ext uri="{FF2B5EF4-FFF2-40B4-BE49-F238E27FC236}">
                <a16:creationId xmlns:a16="http://schemas.microsoft.com/office/drawing/2014/main" id="{2F09ED3B-82D3-4340-99DA-21B9BA9AE8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42472" y="3578789"/>
            <a:ext cx="613695" cy="613695"/>
          </a:xfrm>
          <a:prstGeom prst="rect">
            <a:avLst/>
          </a:prstGeom>
        </p:spPr>
      </p:pic>
      <p:pic>
        <p:nvPicPr>
          <p:cNvPr id="14" name="图形 13" descr="用户">
            <a:extLst>
              <a:ext uri="{FF2B5EF4-FFF2-40B4-BE49-F238E27FC236}">
                <a16:creationId xmlns:a16="http://schemas.microsoft.com/office/drawing/2014/main" id="{D8E978C1-8734-4C48-8F78-14FD279267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42472" y="2193141"/>
            <a:ext cx="613695" cy="613695"/>
          </a:xfrm>
          <a:prstGeom prst="rect">
            <a:avLst/>
          </a:prstGeom>
        </p:spPr>
      </p:pic>
    </p:spTree>
    <p:extLst>
      <p:ext uri="{BB962C8B-B14F-4D97-AF65-F5344CB8AC3E}">
        <p14:creationId xmlns:p14="http://schemas.microsoft.com/office/powerpoint/2010/main" val="1203712341"/>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fill="hold"/>
                                        <p:tgtEl>
                                          <p:spTgt spid="25"/>
                                        </p:tgtEl>
                                        <p:attrNameLst>
                                          <p:attrName>ppt_x</p:attrName>
                                        </p:attrNameLst>
                                      </p:cBhvr>
                                      <p:tavLst>
                                        <p:tav tm="0">
                                          <p:val>
                                            <p:strVal val="1+#ppt_w/2"/>
                                          </p:val>
                                        </p:tav>
                                        <p:tav tm="100000">
                                          <p:val>
                                            <p:strVal val="#ppt_x"/>
                                          </p:val>
                                        </p:tav>
                                      </p:tavLst>
                                    </p:anim>
                                    <p:anim calcmode="lin" valueType="num">
                                      <p:cBhvr additive="base">
                                        <p:cTn id="13"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7"/>
            <a:ext cx="172354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44546A"/>
                </a:solidFill>
                <a:effectLst/>
                <a:uLnTx/>
                <a:uFillTx/>
                <a:cs typeface="+mn-ea"/>
                <a:sym typeface="+mn-lt"/>
              </a:rPr>
              <a:t>业务流程图</a:t>
            </a:r>
          </a:p>
        </p:txBody>
      </p:sp>
      <p:grpSp>
        <p:nvGrpSpPr>
          <p:cNvPr id="21" name="组合 20">
            <a:extLst>
              <a:ext uri="{FF2B5EF4-FFF2-40B4-BE49-F238E27FC236}">
                <a16:creationId xmlns:a16="http://schemas.microsoft.com/office/drawing/2014/main" id="{96D7927A-9A7D-4515-9343-FE94FF90BC38}"/>
              </a:ext>
            </a:extLst>
          </p:cNvPr>
          <p:cNvGrpSpPr/>
          <p:nvPr/>
        </p:nvGrpSpPr>
        <p:grpSpPr>
          <a:xfrm>
            <a:off x="6794253" y="2266745"/>
            <a:ext cx="4229941" cy="957169"/>
            <a:chOff x="2486796" y="2343753"/>
            <a:chExt cx="4229941" cy="957169"/>
          </a:xfrm>
        </p:grpSpPr>
        <p:sp>
          <p:nvSpPr>
            <p:cNvPr id="22" name="文本框 21">
              <a:extLst>
                <a:ext uri="{FF2B5EF4-FFF2-40B4-BE49-F238E27FC236}">
                  <a16:creationId xmlns:a16="http://schemas.microsoft.com/office/drawing/2014/main" id="{04560ED9-71A7-44E2-8077-32D9ABAB58CD}"/>
                </a:ext>
              </a:extLst>
            </p:cNvPr>
            <p:cNvSpPr txBox="1"/>
            <p:nvPr/>
          </p:nvSpPr>
          <p:spPr>
            <a:xfrm>
              <a:off x="2486796" y="2343753"/>
              <a:ext cx="3585789" cy="369332"/>
            </a:xfrm>
            <a:prstGeom prst="rect">
              <a:avLst/>
            </a:prstGeom>
            <a:noFill/>
          </p:spPr>
          <p:txBody>
            <a:bodyPr wrap="square" rtlCol="0">
              <a:spAutoFit/>
              <a:scene3d>
                <a:camera prst="orthographicFront"/>
                <a:lightRig rig="threePt" dir="t"/>
              </a:scene3d>
              <a:sp3d contourW="12700"/>
            </a:bodyPr>
            <a:lstStyle/>
            <a:p>
              <a:r>
                <a:rPr lang="zh-CN" altLang="en-US" dirty="0">
                  <a:solidFill>
                    <a:srgbClr val="44546A"/>
                  </a:solidFill>
                  <a:cs typeface="+mn-ea"/>
                  <a:sym typeface="+mn-lt"/>
                </a:rPr>
                <a:t>用户</a:t>
              </a:r>
            </a:p>
          </p:txBody>
        </p:sp>
        <p:sp>
          <p:nvSpPr>
            <p:cNvPr id="23" name="文本框 22">
              <a:extLst>
                <a:ext uri="{FF2B5EF4-FFF2-40B4-BE49-F238E27FC236}">
                  <a16:creationId xmlns:a16="http://schemas.microsoft.com/office/drawing/2014/main" id="{5600CC83-09EB-4FE4-9965-B07740D22B3F}"/>
                </a:ext>
              </a:extLst>
            </p:cNvPr>
            <p:cNvSpPr txBox="1"/>
            <p:nvPr/>
          </p:nvSpPr>
          <p:spPr>
            <a:xfrm>
              <a:off x="2486796" y="2687228"/>
              <a:ext cx="4229941" cy="613694"/>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sz="1200" dirty="0">
                  <a:solidFill>
                    <a:srgbClr val="44546A"/>
                  </a:solidFill>
                  <a:cs typeface="+mn-ea"/>
                  <a:sym typeface="+mn-lt"/>
                </a:rPr>
                <a:t>提供一套十分方便的模式供用户使用，作为一个非营利性的项目，更希望有一套简洁大方的模式。</a:t>
              </a:r>
              <a:endParaRPr lang="en-US" altLang="zh-CN" sz="1200" dirty="0">
                <a:solidFill>
                  <a:srgbClr val="44546A"/>
                </a:solidFill>
                <a:cs typeface="+mn-ea"/>
                <a:sym typeface="+mn-lt"/>
              </a:endParaRPr>
            </a:p>
          </p:txBody>
        </p:sp>
      </p:grpSp>
      <p:grpSp>
        <p:nvGrpSpPr>
          <p:cNvPr id="25" name="组合 24">
            <a:extLst>
              <a:ext uri="{FF2B5EF4-FFF2-40B4-BE49-F238E27FC236}">
                <a16:creationId xmlns:a16="http://schemas.microsoft.com/office/drawing/2014/main" id="{AB239FE5-70CC-4DCE-85F8-416694C4E51C}"/>
              </a:ext>
            </a:extLst>
          </p:cNvPr>
          <p:cNvGrpSpPr/>
          <p:nvPr/>
        </p:nvGrpSpPr>
        <p:grpSpPr>
          <a:xfrm>
            <a:off x="6794253" y="3596180"/>
            <a:ext cx="4229941" cy="680170"/>
            <a:chOff x="2486796" y="2343753"/>
            <a:chExt cx="4229941" cy="680170"/>
          </a:xfrm>
        </p:grpSpPr>
        <p:sp>
          <p:nvSpPr>
            <p:cNvPr id="26" name="文本框 25">
              <a:extLst>
                <a:ext uri="{FF2B5EF4-FFF2-40B4-BE49-F238E27FC236}">
                  <a16:creationId xmlns:a16="http://schemas.microsoft.com/office/drawing/2014/main" id="{5B5E2D4B-1DA6-42A2-99F0-C75C9B2209FC}"/>
                </a:ext>
              </a:extLst>
            </p:cNvPr>
            <p:cNvSpPr txBox="1"/>
            <p:nvPr/>
          </p:nvSpPr>
          <p:spPr>
            <a:xfrm>
              <a:off x="2486796" y="2343753"/>
              <a:ext cx="3585789" cy="369332"/>
            </a:xfrm>
            <a:prstGeom prst="rect">
              <a:avLst/>
            </a:prstGeom>
            <a:noFill/>
          </p:spPr>
          <p:txBody>
            <a:bodyPr wrap="square" rtlCol="0">
              <a:spAutoFit/>
              <a:scene3d>
                <a:camera prst="orthographicFront"/>
                <a:lightRig rig="threePt" dir="t"/>
              </a:scene3d>
              <a:sp3d contourW="12700"/>
            </a:bodyPr>
            <a:lstStyle/>
            <a:p>
              <a:r>
                <a:rPr lang="zh-CN" altLang="en-US" dirty="0">
                  <a:solidFill>
                    <a:srgbClr val="44546A"/>
                  </a:solidFill>
                  <a:cs typeface="+mn-ea"/>
                  <a:sym typeface="+mn-lt"/>
                </a:rPr>
                <a:t>管理员</a:t>
              </a:r>
            </a:p>
          </p:txBody>
        </p:sp>
        <p:sp>
          <p:nvSpPr>
            <p:cNvPr id="27" name="文本框 26">
              <a:extLst>
                <a:ext uri="{FF2B5EF4-FFF2-40B4-BE49-F238E27FC236}">
                  <a16:creationId xmlns:a16="http://schemas.microsoft.com/office/drawing/2014/main" id="{461BE80A-9F7B-4546-BB52-8ED18ADE9FD4}"/>
                </a:ext>
              </a:extLst>
            </p:cNvPr>
            <p:cNvSpPr txBox="1"/>
            <p:nvPr/>
          </p:nvSpPr>
          <p:spPr>
            <a:xfrm>
              <a:off x="2486796" y="2687228"/>
              <a:ext cx="4229941" cy="336695"/>
            </a:xfrm>
            <a:prstGeom prst="rect">
              <a:avLst/>
            </a:prstGeom>
            <a:noFill/>
          </p:spPr>
          <p:txBody>
            <a:bodyPr wrap="square" rtlCol="0">
              <a:spAutoFit/>
              <a:scene3d>
                <a:camera prst="orthographicFront"/>
                <a:lightRig rig="threePt" dir="t"/>
              </a:scene3d>
              <a:sp3d contourW="12700"/>
            </a:bodyPr>
            <a:lstStyle/>
            <a:p>
              <a:pPr>
                <a:lnSpc>
                  <a:spcPct val="150000"/>
                </a:lnSpc>
              </a:pPr>
              <a:endParaRPr lang="en-US" altLang="zh-CN" sz="1200" dirty="0">
                <a:solidFill>
                  <a:srgbClr val="44546A"/>
                </a:solidFill>
                <a:cs typeface="+mn-ea"/>
                <a:sym typeface="+mn-lt"/>
              </a:endParaRPr>
            </a:p>
          </p:txBody>
        </p:sp>
      </p:grpSp>
      <p:cxnSp>
        <p:nvCxnSpPr>
          <p:cNvPr id="32" name="直接连接符 31">
            <a:extLst>
              <a:ext uri="{FF2B5EF4-FFF2-40B4-BE49-F238E27FC236}">
                <a16:creationId xmlns:a16="http://schemas.microsoft.com/office/drawing/2014/main" id="{0B2B5C6C-6FC5-47E3-856A-73B690DCFE2E}"/>
              </a:ext>
            </a:extLst>
          </p:cNvPr>
          <p:cNvCxnSpPr>
            <a:cxnSpLocks/>
          </p:cNvCxnSpPr>
          <p:nvPr/>
        </p:nvCxnSpPr>
        <p:spPr>
          <a:xfrm>
            <a:off x="6464485" y="3346131"/>
            <a:ext cx="4488460"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C1B5A7C6-5B1A-4181-BA41-8468F6B20B3F}"/>
              </a:ext>
            </a:extLst>
          </p:cNvPr>
          <p:cNvCxnSpPr>
            <a:cxnSpLocks/>
          </p:cNvCxnSpPr>
          <p:nvPr/>
        </p:nvCxnSpPr>
        <p:spPr>
          <a:xfrm>
            <a:off x="6464485" y="4258766"/>
            <a:ext cx="4488460"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pic>
        <p:nvPicPr>
          <p:cNvPr id="8" name="图形 7" descr="男人群">
            <a:extLst>
              <a:ext uri="{FF2B5EF4-FFF2-40B4-BE49-F238E27FC236}">
                <a16:creationId xmlns:a16="http://schemas.microsoft.com/office/drawing/2014/main" id="{843F13E8-93F8-421D-8C9B-04EBE01DB6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50101" y="2144563"/>
            <a:ext cx="613695" cy="613695"/>
          </a:xfrm>
          <a:prstGeom prst="rect">
            <a:avLst/>
          </a:prstGeom>
        </p:spPr>
      </p:pic>
      <p:pic>
        <p:nvPicPr>
          <p:cNvPr id="10" name="图形 9" descr="用户">
            <a:extLst>
              <a:ext uri="{FF2B5EF4-FFF2-40B4-BE49-F238E27FC236}">
                <a16:creationId xmlns:a16="http://schemas.microsoft.com/office/drawing/2014/main" id="{2F09ED3B-82D3-4340-99DA-21B9BA9AE8D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80558" y="3473998"/>
            <a:ext cx="613695" cy="613695"/>
          </a:xfrm>
          <a:prstGeom prst="rect">
            <a:avLst/>
          </a:prstGeom>
        </p:spPr>
      </p:pic>
      <p:pic>
        <p:nvPicPr>
          <p:cNvPr id="12" name="图片 11">
            <a:extLst>
              <a:ext uri="{FF2B5EF4-FFF2-40B4-BE49-F238E27FC236}">
                <a16:creationId xmlns:a16="http://schemas.microsoft.com/office/drawing/2014/main" id="{B46A0538-2FB8-409B-9F95-B11355E2372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9839" y="1243707"/>
            <a:ext cx="4993696" cy="4704945"/>
          </a:xfrm>
          <a:prstGeom prst="rect">
            <a:avLst/>
          </a:prstGeom>
        </p:spPr>
      </p:pic>
    </p:spTree>
    <p:extLst>
      <p:ext uri="{BB962C8B-B14F-4D97-AF65-F5344CB8AC3E}">
        <p14:creationId xmlns:p14="http://schemas.microsoft.com/office/powerpoint/2010/main" val="2958784491"/>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1+#ppt_w/2"/>
                                          </p:val>
                                        </p:tav>
                                        <p:tav tm="100000">
                                          <p:val>
                                            <p:strVal val="#ppt_x"/>
                                          </p:val>
                                        </p:tav>
                                      </p:tavLst>
                                    </p:anim>
                                    <p:anim calcmode="lin" valueType="num">
                                      <p:cBhvr additive="base">
                                        <p:cTn id="8" dur="500" fill="hold"/>
                                        <p:tgtEl>
                                          <p:spTgt spid="2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fill="hold"/>
                                        <p:tgtEl>
                                          <p:spTgt spid="25"/>
                                        </p:tgtEl>
                                        <p:attrNameLst>
                                          <p:attrName>ppt_x</p:attrName>
                                        </p:attrNameLst>
                                      </p:cBhvr>
                                      <p:tavLst>
                                        <p:tav tm="0">
                                          <p:val>
                                            <p:strVal val="1+#ppt_w/2"/>
                                          </p:val>
                                        </p:tav>
                                        <p:tav tm="100000">
                                          <p:val>
                                            <p:strVal val="#ppt_x"/>
                                          </p:val>
                                        </p:tav>
                                      </p:tavLst>
                                    </p:anim>
                                    <p:anim calcmode="lin" valueType="num">
                                      <p:cBhvr additive="base">
                                        <p:cTn id="13"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7"/>
            <a:ext cx="172354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44546A"/>
                </a:solidFill>
                <a:effectLst/>
                <a:uLnTx/>
                <a:uFillTx/>
                <a:cs typeface="+mn-ea"/>
                <a:sym typeface="+mn-lt"/>
              </a:rPr>
              <a:t>服务流程图</a:t>
            </a:r>
          </a:p>
        </p:txBody>
      </p:sp>
      <p:sp>
        <p:nvSpPr>
          <p:cNvPr id="5" name="文本框 4">
            <a:extLst>
              <a:ext uri="{FF2B5EF4-FFF2-40B4-BE49-F238E27FC236}">
                <a16:creationId xmlns:a16="http://schemas.microsoft.com/office/drawing/2014/main" id="{BA27805B-EFFF-E84F-9C9B-26153B51D9DB}"/>
              </a:ext>
            </a:extLst>
          </p:cNvPr>
          <p:cNvSpPr txBox="1"/>
          <p:nvPr/>
        </p:nvSpPr>
        <p:spPr>
          <a:xfrm>
            <a:off x="1772157" y="2342730"/>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0" i="0" u="none" strike="noStrike" kern="1200" cap="none" spc="0" normalizeH="0" baseline="0" noProof="0" dirty="0">
                <a:ln>
                  <a:noFill/>
                </a:ln>
                <a:solidFill>
                  <a:prstClr val="white"/>
                </a:solidFill>
                <a:effectLst/>
                <a:uLnTx/>
                <a:uFillTx/>
                <a:cs typeface="+mn-ea"/>
                <a:sym typeface="+mn-lt"/>
              </a:rPr>
              <a:t>2,780.18</a:t>
            </a:r>
            <a:endParaRPr kumimoji="1" lang="zh-CN" altLang="en-US" sz="3200" b="0" i="0" u="none" strike="noStrike" kern="1200" cap="none" spc="0" normalizeH="0" baseline="0" noProof="0" dirty="0">
              <a:ln>
                <a:noFill/>
              </a:ln>
              <a:solidFill>
                <a:prstClr val="white"/>
              </a:solidFill>
              <a:effectLst/>
              <a:uLnTx/>
              <a:uFillTx/>
              <a:cs typeface="+mn-ea"/>
              <a:sym typeface="+mn-lt"/>
            </a:endParaRPr>
          </a:p>
        </p:txBody>
      </p:sp>
      <p:sp>
        <p:nvSpPr>
          <p:cNvPr id="6" name="文本框 5">
            <a:extLst>
              <a:ext uri="{FF2B5EF4-FFF2-40B4-BE49-F238E27FC236}">
                <a16:creationId xmlns:a16="http://schemas.microsoft.com/office/drawing/2014/main" id="{DF120390-9F37-7E4A-A4A6-75FC783D9365}"/>
              </a:ext>
            </a:extLst>
          </p:cNvPr>
          <p:cNvSpPr txBox="1"/>
          <p:nvPr/>
        </p:nvSpPr>
        <p:spPr>
          <a:xfrm>
            <a:off x="1761883" y="2896683"/>
            <a:ext cx="1321364" cy="24622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cap="none" spc="0" normalizeH="0" baseline="0" noProof="0" dirty="0">
                <a:ln>
                  <a:noFill/>
                </a:ln>
                <a:solidFill>
                  <a:prstClr val="white"/>
                </a:solidFill>
                <a:effectLst/>
                <a:uLnTx/>
                <a:uFillTx/>
                <a:cs typeface="+mn-ea"/>
                <a:sym typeface="+mn-lt"/>
              </a:rPr>
              <a:t>Input Date Here</a:t>
            </a:r>
          </a:p>
        </p:txBody>
      </p:sp>
      <p:sp>
        <p:nvSpPr>
          <p:cNvPr id="23" name="圆角矩形 22">
            <a:extLst>
              <a:ext uri="{FF2B5EF4-FFF2-40B4-BE49-F238E27FC236}">
                <a16:creationId xmlns:a16="http://schemas.microsoft.com/office/drawing/2014/main" id="{676B7C4A-B481-DC47-A8C8-3F2CC8FA5003}"/>
              </a:ext>
            </a:extLst>
          </p:cNvPr>
          <p:cNvSpPr/>
          <p:nvPr/>
        </p:nvSpPr>
        <p:spPr>
          <a:xfrm>
            <a:off x="8667849" y="2153241"/>
            <a:ext cx="2465797" cy="1148779"/>
          </a:xfrm>
          <a:prstGeom prst="roundRect">
            <a:avLst>
              <a:gd name="adj" fmla="val 0"/>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圆角矩形 23">
            <a:extLst>
              <a:ext uri="{FF2B5EF4-FFF2-40B4-BE49-F238E27FC236}">
                <a16:creationId xmlns:a16="http://schemas.microsoft.com/office/drawing/2014/main" id="{D2448EC0-2728-AA4E-8E56-73A2AB0EF132}"/>
              </a:ext>
            </a:extLst>
          </p:cNvPr>
          <p:cNvSpPr/>
          <p:nvPr/>
        </p:nvSpPr>
        <p:spPr>
          <a:xfrm>
            <a:off x="8420533" y="1674429"/>
            <a:ext cx="2960431" cy="4286755"/>
          </a:xfrm>
          <a:prstGeom prst="roundRect">
            <a:avLst>
              <a:gd name="adj" fmla="val 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5" name="文本框 24">
            <a:extLst>
              <a:ext uri="{FF2B5EF4-FFF2-40B4-BE49-F238E27FC236}">
                <a16:creationId xmlns:a16="http://schemas.microsoft.com/office/drawing/2014/main" id="{D05ECBC2-B9EE-3045-BC8F-F533A6D326E0}"/>
              </a:ext>
            </a:extLst>
          </p:cNvPr>
          <p:cNvSpPr txBox="1"/>
          <p:nvPr/>
        </p:nvSpPr>
        <p:spPr>
          <a:xfrm>
            <a:off x="8758350" y="2302655"/>
            <a:ext cx="228479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prstClr val="white"/>
                </a:solidFill>
                <a:effectLst/>
                <a:uLnTx/>
                <a:uFillTx/>
                <a:cs typeface="+mn-ea"/>
                <a:sym typeface="+mn-lt"/>
              </a:rPr>
              <a:t>服务流程图</a:t>
            </a:r>
          </a:p>
        </p:txBody>
      </p:sp>
      <p:sp>
        <p:nvSpPr>
          <p:cNvPr id="26" name="文本框 25">
            <a:extLst>
              <a:ext uri="{FF2B5EF4-FFF2-40B4-BE49-F238E27FC236}">
                <a16:creationId xmlns:a16="http://schemas.microsoft.com/office/drawing/2014/main" id="{BFA7DFB0-D5F8-5E43-8AEC-B4419EEC00B6}"/>
              </a:ext>
            </a:extLst>
          </p:cNvPr>
          <p:cNvSpPr txBox="1"/>
          <p:nvPr/>
        </p:nvSpPr>
        <p:spPr>
          <a:xfrm>
            <a:off x="8877360" y="2881535"/>
            <a:ext cx="1321364" cy="246221"/>
          </a:xfrm>
          <a:prstGeom prst="rect">
            <a:avLst/>
          </a:prstGeom>
          <a:noFill/>
        </p:spPr>
        <p:txBody>
          <a:bodyPr wrap="square" rtlCol="0">
            <a:spAutoFit/>
          </a:bodyPr>
          <a:lstStyle/>
          <a:p>
            <a:pPr lvl="0" algn="dist">
              <a:defRPr/>
            </a:pPr>
            <a:r>
              <a:rPr kumimoji="1" lang="en-US" altLang="zh-CN" sz="1000" dirty="0">
                <a:solidFill>
                  <a:prstClr val="white"/>
                </a:solidFill>
                <a:cs typeface="+mn-ea"/>
                <a:sym typeface="+mn-lt"/>
              </a:rPr>
              <a:t>Service flow chart</a:t>
            </a:r>
            <a:endParaRPr kumimoji="1" lang="en-US" altLang="zh-CN" sz="1000" b="0" i="0" u="none" strike="noStrike" kern="1200" cap="none" spc="0" normalizeH="0" baseline="0" noProof="0" dirty="0">
              <a:ln>
                <a:noFill/>
              </a:ln>
              <a:solidFill>
                <a:prstClr val="white"/>
              </a:solidFill>
              <a:effectLst/>
              <a:uLnTx/>
              <a:uFillTx/>
              <a:cs typeface="+mn-ea"/>
              <a:sym typeface="+mn-lt"/>
            </a:endParaRPr>
          </a:p>
        </p:txBody>
      </p:sp>
      <p:sp>
        <p:nvSpPr>
          <p:cNvPr id="27" name="文本框 26">
            <a:extLst>
              <a:ext uri="{FF2B5EF4-FFF2-40B4-BE49-F238E27FC236}">
                <a16:creationId xmlns:a16="http://schemas.microsoft.com/office/drawing/2014/main" id="{0F338A8C-8382-E540-A4A9-895C8B317058}"/>
              </a:ext>
            </a:extLst>
          </p:cNvPr>
          <p:cNvSpPr txBox="1"/>
          <p:nvPr/>
        </p:nvSpPr>
        <p:spPr>
          <a:xfrm>
            <a:off x="8841078" y="3780831"/>
            <a:ext cx="889987" cy="26161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zh-CN" altLang="en-US" sz="1100" dirty="0">
                <a:solidFill>
                  <a:prstClr val="black">
                    <a:lumMod val="75000"/>
                    <a:lumOff val="25000"/>
                  </a:prstClr>
                </a:solidFill>
                <a:cs typeface="+mn-ea"/>
                <a:sym typeface="+mn-lt"/>
              </a:rPr>
              <a:t>流程图名称</a:t>
            </a:r>
            <a:endParaRPr kumimoji="1" lang="zh-CN" altLang="en-US" sz="1100" b="0"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29" name="文本框 28">
            <a:extLst>
              <a:ext uri="{FF2B5EF4-FFF2-40B4-BE49-F238E27FC236}">
                <a16:creationId xmlns:a16="http://schemas.microsoft.com/office/drawing/2014/main" id="{A8F71B09-9AF4-7E4C-AB08-F7FBA9E4330A}"/>
              </a:ext>
            </a:extLst>
          </p:cNvPr>
          <p:cNvSpPr txBox="1"/>
          <p:nvPr/>
        </p:nvSpPr>
        <p:spPr>
          <a:xfrm>
            <a:off x="10314141" y="3780831"/>
            <a:ext cx="4667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cap="none" spc="0" normalizeH="0" baseline="0" noProof="0" dirty="0">
                <a:ln>
                  <a:noFill/>
                </a:ln>
                <a:solidFill>
                  <a:prstClr val="black">
                    <a:lumMod val="75000"/>
                    <a:lumOff val="25000"/>
                  </a:prstClr>
                </a:solidFill>
                <a:effectLst/>
                <a:uLnTx/>
                <a:uFillTx/>
                <a:cs typeface="+mn-ea"/>
                <a:sym typeface="+mn-lt"/>
              </a:rPr>
              <a:t>类型</a:t>
            </a:r>
          </a:p>
        </p:txBody>
      </p:sp>
      <p:sp>
        <p:nvSpPr>
          <p:cNvPr id="30" name="文本框 29">
            <a:extLst>
              <a:ext uri="{FF2B5EF4-FFF2-40B4-BE49-F238E27FC236}">
                <a16:creationId xmlns:a16="http://schemas.microsoft.com/office/drawing/2014/main" id="{3E85C4AB-3E2D-DA4C-BC67-282DA7C55E45}"/>
              </a:ext>
            </a:extLst>
          </p:cNvPr>
          <p:cNvSpPr txBox="1"/>
          <p:nvPr/>
        </p:nvSpPr>
        <p:spPr>
          <a:xfrm>
            <a:off x="8758350" y="4060155"/>
            <a:ext cx="1101584" cy="661463"/>
          </a:xfrm>
          <a:prstGeom prst="rect">
            <a:avLst/>
          </a:prstGeom>
          <a:noFill/>
        </p:spPr>
        <p:txBody>
          <a:bodyPr wrap="square" rtlCol="0">
            <a:spAutoFit/>
          </a:bodyPr>
          <a:lstStyle/>
          <a:p>
            <a:pPr marL="0" marR="0" lvl="0" indent="0" defTabSz="914400" rtl="0" eaLnBrk="1" fontAlgn="auto" latinLnBrk="0" hangingPunct="1">
              <a:lnSpc>
                <a:spcPct val="200000"/>
              </a:lnSpc>
              <a:spcBef>
                <a:spcPts val="0"/>
              </a:spcBef>
              <a:spcAft>
                <a:spcPts val="0"/>
              </a:spcAft>
              <a:buClrTx/>
              <a:buSzTx/>
              <a:buFontTx/>
              <a:buNone/>
              <a:tabLst/>
              <a:defRPr/>
            </a:pPr>
            <a:r>
              <a:rPr kumimoji="1" lang="zh-CN" altLang="en-US" sz="1000" dirty="0">
                <a:solidFill>
                  <a:prstClr val="black">
                    <a:lumMod val="50000"/>
                    <a:lumOff val="50000"/>
                  </a:prstClr>
                </a:solidFill>
                <a:cs typeface="+mn-ea"/>
                <a:sym typeface="+mn-lt"/>
              </a:rPr>
              <a:t>学生觅食流程图</a:t>
            </a:r>
            <a:endParaRPr kumimoji="1" lang="zh-CN" altLang="en-US" sz="1000" b="0" i="0" u="none" strike="noStrike" kern="1200" cap="none" spc="0" normalizeH="0" baseline="0" noProof="0" dirty="0">
              <a:ln>
                <a:noFill/>
              </a:ln>
              <a:solidFill>
                <a:prstClr val="black">
                  <a:lumMod val="50000"/>
                  <a:lumOff val="50000"/>
                </a:prstClr>
              </a:solidFill>
              <a:effectLst/>
              <a:uLnTx/>
              <a:uFillTx/>
              <a:cs typeface="+mn-ea"/>
              <a:sym typeface="+mn-lt"/>
            </a:endParaRPr>
          </a:p>
          <a:p>
            <a:pPr marL="0" marR="0" lvl="0" indent="0" defTabSz="914400" rtl="0" eaLnBrk="1" fontAlgn="auto" latinLnBrk="0" hangingPunct="1">
              <a:lnSpc>
                <a:spcPct val="200000"/>
              </a:lnSpc>
              <a:spcBef>
                <a:spcPts val="0"/>
              </a:spcBef>
              <a:spcAft>
                <a:spcPts val="0"/>
              </a:spcAft>
              <a:buClrTx/>
              <a:buSzTx/>
              <a:buFontTx/>
              <a:buNone/>
              <a:tabLst/>
              <a:defRPr/>
            </a:pPr>
            <a:r>
              <a:rPr kumimoji="1" lang="zh-CN" altLang="en-US" sz="1000" noProof="0" dirty="0">
                <a:solidFill>
                  <a:prstClr val="black">
                    <a:lumMod val="50000"/>
                    <a:lumOff val="50000"/>
                  </a:prstClr>
                </a:solidFill>
                <a:cs typeface="+mn-ea"/>
                <a:sym typeface="+mn-lt"/>
              </a:rPr>
              <a:t>创业申请流程图</a:t>
            </a:r>
            <a:endParaRPr kumimoji="1" lang="zh-CN" altLang="en-US" sz="1000" b="0" i="0" u="none" strike="noStrike" kern="1200" cap="none" spc="0" normalizeH="0" baseline="0" noProof="0" dirty="0">
              <a:ln>
                <a:noFill/>
              </a:ln>
              <a:solidFill>
                <a:prstClr val="black">
                  <a:lumMod val="50000"/>
                  <a:lumOff val="50000"/>
                </a:prstClr>
              </a:solidFill>
              <a:effectLst/>
              <a:uLnTx/>
              <a:uFillTx/>
              <a:cs typeface="+mn-ea"/>
              <a:sym typeface="+mn-lt"/>
            </a:endParaRPr>
          </a:p>
        </p:txBody>
      </p:sp>
      <p:sp>
        <p:nvSpPr>
          <p:cNvPr id="32" name="文本框 31">
            <a:extLst>
              <a:ext uri="{FF2B5EF4-FFF2-40B4-BE49-F238E27FC236}">
                <a16:creationId xmlns:a16="http://schemas.microsoft.com/office/drawing/2014/main" id="{F5D24A39-3525-A94A-824D-5844331A951B}"/>
              </a:ext>
            </a:extLst>
          </p:cNvPr>
          <p:cNvSpPr txBox="1"/>
          <p:nvPr/>
        </p:nvSpPr>
        <p:spPr>
          <a:xfrm>
            <a:off x="10198724" y="4051363"/>
            <a:ext cx="697627" cy="661463"/>
          </a:xfrm>
          <a:prstGeom prst="rect">
            <a:avLst/>
          </a:prstGeom>
          <a:noFill/>
        </p:spPr>
        <p:txBody>
          <a:bodyPr wrap="squar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1" lang="zh-CN" altLang="en-US" sz="1000" dirty="0">
                <a:solidFill>
                  <a:prstClr val="black">
                    <a:lumMod val="50000"/>
                    <a:lumOff val="50000"/>
                  </a:prstClr>
                </a:solidFill>
                <a:cs typeface="+mn-ea"/>
                <a:sym typeface="+mn-lt"/>
              </a:rPr>
              <a:t>校园</a:t>
            </a:r>
            <a:r>
              <a:rPr kumimoji="1" lang="zh-CN" altLang="en-US" sz="1000" b="0" i="0" u="none" strike="noStrike" kern="1200" cap="none" spc="0" normalizeH="0" baseline="0" noProof="0" dirty="0">
                <a:ln>
                  <a:noFill/>
                </a:ln>
                <a:solidFill>
                  <a:prstClr val="black">
                    <a:lumMod val="50000"/>
                    <a:lumOff val="50000"/>
                  </a:prstClr>
                </a:solidFill>
                <a:effectLst/>
                <a:uLnTx/>
                <a:uFillTx/>
                <a:cs typeface="+mn-ea"/>
                <a:sym typeface="+mn-lt"/>
              </a:rPr>
              <a:t>服务</a:t>
            </a:r>
            <a:endParaRPr kumimoji="1" lang="en-US" altLang="zh-CN" sz="1000" b="0" i="0" u="none" strike="noStrike" kern="1200" cap="none" spc="0" normalizeH="0" baseline="0" noProof="0" dirty="0">
              <a:ln>
                <a:noFill/>
              </a:ln>
              <a:solidFill>
                <a:prstClr val="black">
                  <a:lumMod val="50000"/>
                  <a:lumOff val="50000"/>
                </a:prstClr>
              </a:solidFill>
              <a:effectLst/>
              <a:uLnTx/>
              <a:uFillTx/>
              <a:cs typeface="+mn-ea"/>
              <a:sym typeface="+mn-lt"/>
            </a:endParaRPr>
          </a:p>
          <a:p>
            <a:pPr marL="0" marR="0" lvl="0" indent="0" algn="ctr" defTabSz="914400" rtl="0" eaLnBrk="1" fontAlgn="auto" latinLnBrk="0" hangingPunct="1">
              <a:lnSpc>
                <a:spcPct val="200000"/>
              </a:lnSpc>
              <a:spcBef>
                <a:spcPts val="0"/>
              </a:spcBef>
              <a:spcAft>
                <a:spcPts val="0"/>
              </a:spcAft>
              <a:buClrTx/>
              <a:buSzTx/>
              <a:buFontTx/>
              <a:buNone/>
              <a:tabLst/>
              <a:defRPr/>
            </a:pPr>
            <a:r>
              <a:rPr kumimoji="1" lang="zh-CN" altLang="en-US" sz="1000" noProof="0" dirty="0">
                <a:solidFill>
                  <a:prstClr val="black">
                    <a:lumMod val="50000"/>
                    <a:lumOff val="50000"/>
                  </a:prstClr>
                </a:solidFill>
                <a:cs typeface="+mn-ea"/>
                <a:sym typeface="+mn-lt"/>
              </a:rPr>
              <a:t>创业申请</a:t>
            </a:r>
            <a:endParaRPr kumimoji="1" lang="en-US" altLang="zh-CN" sz="1000" b="0" i="0" u="none" strike="noStrike" kern="1200" cap="none" spc="0" normalizeH="0" baseline="0" noProof="0" dirty="0">
              <a:ln>
                <a:noFill/>
              </a:ln>
              <a:solidFill>
                <a:prstClr val="black">
                  <a:lumMod val="50000"/>
                  <a:lumOff val="50000"/>
                </a:prstClr>
              </a:solidFill>
              <a:effectLst/>
              <a:uLnTx/>
              <a:uFillTx/>
              <a:cs typeface="+mn-ea"/>
              <a:sym typeface="+mn-lt"/>
            </a:endParaRPr>
          </a:p>
        </p:txBody>
      </p:sp>
      <p:pic>
        <p:nvPicPr>
          <p:cNvPr id="36" name="图片 35">
            <a:extLst>
              <a:ext uri="{FF2B5EF4-FFF2-40B4-BE49-F238E27FC236}">
                <a16:creationId xmlns:a16="http://schemas.microsoft.com/office/drawing/2014/main" id="{793D862B-3D1A-46F1-88D2-C4D80F9DBD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4672" y="1571827"/>
            <a:ext cx="3629330" cy="4618071"/>
          </a:xfrm>
          <a:prstGeom prst="rect">
            <a:avLst/>
          </a:prstGeom>
        </p:spPr>
      </p:pic>
      <p:pic>
        <p:nvPicPr>
          <p:cNvPr id="34" name="图片 33">
            <a:extLst>
              <a:ext uri="{FF2B5EF4-FFF2-40B4-BE49-F238E27FC236}">
                <a16:creationId xmlns:a16="http://schemas.microsoft.com/office/drawing/2014/main" id="{70503A3D-5680-4C48-92C7-0FE95AF589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6476" y="1563036"/>
            <a:ext cx="4497502" cy="4323366"/>
          </a:xfrm>
          <a:prstGeom prst="rect">
            <a:avLst/>
          </a:prstGeom>
        </p:spPr>
      </p:pic>
      <p:cxnSp>
        <p:nvCxnSpPr>
          <p:cNvPr id="39" name="直接连接符 38">
            <a:extLst>
              <a:ext uri="{FF2B5EF4-FFF2-40B4-BE49-F238E27FC236}">
                <a16:creationId xmlns:a16="http://schemas.microsoft.com/office/drawing/2014/main" id="{1DD44D2E-644F-43AE-BC6A-6AB21A787659}"/>
              </a:ext>
            </a:extLst>
          </p:cNvPr>
          <p:cNvCxnSpPr>
            <a:cxnSpLocks/>
          </p:cNvCxnSpPr>
          <p:nvPr/>
        </p:nvCxnSpPr>
        <p:spPr>
          <a:xfrm>
            <a:off x="8902084" y="5011612"/>
            <a:ext cx="2038788"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0" name="直接连接符 39">
            <a:extLst>
              <a:ext uri="{FF2B5EF4-FFF2-40B4-BE49-F238E27FC236}">
                <a16:creationId xmlns:a16="http://schemas.microsoft.com/office/drawing/2014/main" id="{91FE22C8-2B0C-425F-9DBA-DD97CBEC9D3E}"/>
              </a:ext>
            </a:extLst>
          </p:cNvPr>
          <p:cNvCxnSpPr>
            <a:cxnSpLocks/>
          </p:cNvCxnSpPr>
          <p:nvPr/>
        </p:nvCxnSpPr>
        <p:spPr>
          <a:xfrm>
            <a:off x="8902084" y="5207972"/>
            <a:ext cx="2038788"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1" name="直接连接符 40">
            <a:extLst>
              <a:ext uri="{FF2B5EF4-FFF2-40B4-BE49-F238E27FC236}">
                <a16:creationId xmlns:a16="http://schemas.microsoft.com/office/drawing/2014/main" id="{7667A53C-5C36-4568-BBD0-80E40C0C5ABC}"/>
              </a:ext>
            </a:extLst>
          </p:cNvPr>
          <p:cNvCxnSpPr>
            <a:cxnSpLocks/>
          </p:cNvCxnSpPr>
          <p:nvPr/>
        </p:nvCxnSpPr>
        <p:spPr>
          <a:xfrm>
            <a:off x="8902084" y="5386748"/>
            <a:ext cx="2038788"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2" name="直接连接符 41">
            <a:extLst>
              <a:ext uri="{FF2B5EF4-FFF2-40B4-BE49-F238E27FC236}">
                <a16:creationId xmlns:a16="http://schemas.microsoft.com/office/drawing/2014/main" id="{982001C9-21BE-4F68-A6E5-7BCCA0F44DAC}"/>
              </a:ext>
            </a:extLst>
          </p:cNvPr>
          <p:cNvCxnSpPr>
            <a:cxnSpLocks/>
          </p:cNvCxnSpPr>
          <p:nvPr/>
        </p:nvCxnSpPr>
        <p:spPr>
          <a:xfrm>
            <a:off x="8902084" y="5574320"/>
            <a:ext cx="2038788"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55255484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dissolve">
                                      <p:cBhvr>
                                        <p:cTn id="15" dur="500"/>
                                        <p:tgtEl>
                                          <p:spTgt spid="23"/>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dissolve">
                                      <p:cBhvr>
                                        <p:cTn id="18" dur="500"/>
                                        <p:tgtEl>
                                          <p:spTgt spid="24"/>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dissolve">
                                      <p:cBhvr>
                                        <p:cTn id="21" dur="500"/>
                                        <p:tgtEl>
                                          <p:spTgt spid="25"/>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dissolve">
                                      <p:cBhvr>
                                        <p:cTn id="24" dur="500"/>
                                        <p:tgtEl>
                                          <p:spTgt spid="26"/>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dissolve">
                                      <p:cBhvr>
                                        <p:cTn id="27" dur="500"/>
                                        <p:tgtEl>
                                          <p:spTgt spid="27"/>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dissolve">
                                      <p:cBhvr>
                                        <p:cTn id="30" dur="500"/>
                                        <p:tgtEl>
                                          <p:spTgt spid="29"/>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dissolve">
                                      <p:cBhvr>
                                        <p:cTn id="33" dur="500"/>
                                        <p:tgtEl>
                                          <p:spTgt spid="30"/>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dissolve">
                                      <p:cBhvr>
                                        <p:cTn id="36" dur="500"/>
                                        <p:tgtEl>
                                          <p:spTgt spid="32"/>
                                        </p:tgtEl>
                                      </p:cBhvr>
                                    </p:animEffect>
                                  </p:childTnLst>
                                </p:cTn>
                              </p:par>
                            </p:childTnLst>
                          </p:cTn>
                        </p:par>
                        <p:par>
                          <p:cTn id="37" fill="hold">
                            <p:stCondLst>
                              <p:cond delay="500"/>
                            </p:stCondLst>
                            <p:childTnLst>
                              <p:par>
                                <p:cTn id="38" presetID="10" presetClass="entr" presetSubtype="0" fill="hold" nodeType="after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500"/>
                                        <p:tgtEl>
                                          <p:spTgt spid="39"/>
                                        </p:tgtEl>
                                      </p:cBhvr>
                                    </p:animEffect>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fade">
                                      <p:cBhvr>
                                        <p:cTn id="44" dur="500"/>
                                        <p:tgtEl>
                                          <p:spTgt spid="42"/>
                                        </p:tgtEl>
                                      </p:cBhvr>
                                    </p:animEffect>
                                  </p:childTnLst>
                                </p:cTn>
                              </p:par>
                            </p:childTnLst>
                          </p:cTn>
                        </p:par>
                        <p:par>
                          <p:cTn id="45" fill="hold">
                            <p:stCondLst>
                              <p:cond delay="1500"/>
                            </p:stCondLst>
                            <p:childTnLst>
                              <p:par>
                                <p:cTn id="46" presetID="10" presetClass="entr" presetSubtype="0" fill="hold" nodeType="after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500"/>
                                        <p:tgtEl>
                                          <p:spTgt spid="41"/>
                                        </p:tgtEl>
                                      </p:cBhvr>
                                    </p:animEffect>
                                  </p:childTnLst>
                                </p:cTn>
                              </p:par>
                            </p:childTnLst>
                          </p:cTn>
                        </p:par>
                        <p:par>
                          <p:cTn id="49" fill="hold">
                            <p:stCondLst>
                              <p:cond delay="2000"/>
                            </p:stCondLst>
                            <p:childTnLst>
                              <p:par>
                                <p:cTn id="50" presetID="10" presetClass="entr" presetSubtype="0" fill="hold" nodeType="after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500"/>
                                        <p:tgtEl>
                                          <p:spTgt spid="34"/>
                                        </p:tgtEl>
                                      </p:cBhvr>
                                    </p:animEffect>
                                  </p:childTnLst>
                                </p:cTn>
                              </p:par>
                              <p:par>
                                <p:cTn id="58" presetID="10" presetClass="entr" presetSubtype="0" fill="hold"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3" grpId="0" animBg="1"/>
      <p:bldP spid="24" grpId="0" animBg="1"/>
      <p:bldP spid="25" grpId="0"/>
      <p:bldP spid="26" grpId="0"/>
      <p:bldP spid="27" grpId="0"/>
      <p:bldP spid="29" grpId="0"/>
      <p:bldP spid="30" grpId="0"/>
      <p:bldP spid="3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7"/>
            <a:ext cx="172354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44546A"/>
                </a:solidFill>
                <a:effectLst/>
                <a:uLnTx/>
                <a:uFillTx/>
                <a:cs typeface="+mn-ea"/>
                <a:sym typeface="+mn-lt"/>
              </a:rPr>
              <a:t>服务流程图</a:t>
            </a:r>
          </a:p>
        </p:txBody>
      </p:sp>
      <p:sp>
        <p:nvSpPr>
          <p:cNvPr id="5" name="文本框 4">
            <a:extLst>
              <a:ext uri="{FF2B5EF4-FFF2-40B4-BE49-F238E27FC236}">
                <a16:creationId xmlns:a16="http://schemas.microsoft.com/office/drawing/2014/main" id="{BA27805B-EFFF-E84F-9C9B-26153B51D9DB}"/>
              </a:ext>
            </a:extLst>
          </p:cNvPr>
          <p:cNvSpPr txBox="1"/>
          <p:nvPr/>
        </p:nvSpPr>
        <p:spPr>
          <a:xfrm>
            <a:off x="1772157" y="2342730"/>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0" i="0" u="none" strike="noStrike" kern="1200" cap="none" spc="0" normalizeH="0" baseline="0" noProof="0" dirty="0">
                <a:ln>
                  <a:noFill/>
                </a:ln>
                <a:solidFill>
                  <a:prstClr val="white"/>
                </a:solidFill>
                <a:effectLst/>
                <a:uLnTx/>
                <a:uFillTx/>
                <a:cs typeface="+mn-ea"/>
                <a:sym typeface="+mn-lt"/>
              </a:rPr>
              <a:t>2,780.18</a:t>
            </a:r>
            <a:endParaRPr kumimoji="1" lang="zh-CN" altLang="en-US" sz="3200" b="0" i="0" u="none" strike="noStrike" kern="1200" cap="none" spc="0" normalizeH="0" baseline="0" noProof="0" dirty="0">
              <a:ln>
                <a:noFill/>
              </a:ln>
              <a:solidFill>
                <a:prstClr val="white"/>
              </a:solidFill>
              <a:effectLst/>
              <a:uLnTx/>
              <a:uFillTx/>
              <a:cs typeface="+mn-ea"/>
              <a:sym typeface="+mn-lt"/>
            </a:endParaRPr>
          </a:p>
        </p:txBody>
      </p:sp>
      <p:sp>
        <p:nvSpPr>
          <p:cNvPr id="6" name="文本框 5">
            <a:extLst>
              <a:ext uri="{FF2B5EF4-FFF2-40B4-BE49-F238E27FC236}">
                <a16:creationId xmlns:a16="http://schemas.microsoft.com/office/drawing/2014/main" id="{DF120390-9F37-7E4A-A4A6-75FC783D9365}"/>
              </a:ext>
            </a:extLst>
          </p:cNvPr>
          <p:cNvSpPr txBox="1"/>
          <p:nvPr/>
        </p:nvSpPr>
        <p:spPr>
          <a:xfrm>
            <a:off x="1761883" y="2896683"/>
            <a:ext cx="1321364" cy="24622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cap="none" spc="0" normalizeH="0" baseline="0" noProof="0" dirty="0">
                <a:ln>
                  <a:noFill/>
                </a:ln>
                <a:solidFill>
                  <a:prstClr val="white"/>
                </a:solidFill>
                <a:effectLst/>
                <a:uLnTx/>
                <a:uFillTx/>
                <a:cs typeface="+mn-ea"/>
                <a:sym typeface="+mn-lt"/>
              </a:rPr>
              <a:t>Input Date Here</a:t>
            </a:r>
          </a:p>
        </p:txBody>
      </p:sp>
      <p:sp>
        <p:nvSpPr>
          <p:cNvPr id="23" name="圆角矩形 22">
            <a:extLst>
              <a:ext uri="{FF2B5EF4-FFF2-40B4-BE49-F238E27FC236}">
                <a16:creationId xmlns:a16="http://schemas.microsoft.com/office/drawing/2014/main" id="{676B7C4A-B481-DC47-A8C8-3F2CC8FA5003}"/>
              </a:ext>
            </a:extLst>
          </p:cNvPr>
          <p:cNvSpPr/>
          <p:nvPr/>
        </p:nvSpPr>
        <p:spPr>
          <a:xfrm>
            <a:off x="8667849" y="2153241"/>
            <a:ext cx="2465797" cy="1148779"/>
          </a:xfrm>
          <a:prstGeom prst="roundRect">
            <a:avLst>
              <a:gd name="adj" fmla="val 0"/>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圆角矩形 23">
            <a:extLst>
              <a:ext uri="{FF2B5EF4-FFF2-40B4-BE49-F238E27FC236}">
                <a16:creationId xmlns:a16="http://schemas.microsoft.com/office/drawing/2014/main" id="{D2448EC0-2728-AA4E-8E56-73A2AB0EF132}"/>
              </a:ext>
            </a:extLst>
          </p:cNvPr>
          <p:cNvSpPr/>
          <p:nvPr/>
        </p:nvSpPr>
        <p:spPr>
          <a:xfrm>
            <a:off x="8420533" y="1674430"/>
            <a:ext cx="2960431" cy="3785593"/>
          </a:xfrm>
          <a:prstGeom prst="roundRect">
            <a:avLst>
              <a:gd name="adj" fmla="val 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5" name="文本框 24">
            <a:extLst>
              <a:ext uri="{FF2B5EF4-FFF2-40B4-BE49-F238E27FC236}">
                <a16:creationId xmlns:a16="http://schemas.microsoft.com/office/drawing/2014/main" id="{D05ECBC2-B9EE-3045-BC8F-F533A6D326E0}"/>
              </a:ext>
            </a:extLst>
          </p:cNvPr>
          <p:cNvSpPr txBox="1"/>
          <p:nvPr/>
        </p:nvSpPr>
        <p:spPr>
          <a:xfrm>
            <a:off x="8758350" y="2302655"/>
            <a:ext cx="228479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3200" b="0" i="0" u="none" strike="noStrike" kern="1200" cap="none" spc="0" normalizeH="0" baseline="0" noProof="0" dirty="0">
                <a:ln>
                  <a:noFill/>
                </a:ln>
                <a:solidFill>
                  <a:prstClr val="white"/>
                </a:solidFill>
                <a:effectLst/>
                <a:uLnTx/>
                <a:uFillTx/>
                <a:cs typeface="+mn-ea"/>
                <a:sym typeface="+mn-lt"/>
              </a:rPr>
              <a:t>服务流程图</a:t>
            </a:r>
          </a:p>
        </p:txBody>
      </p:sp>
      <p:sp>
        <p:nvSpPr>
          <p:cNvPr id="26" name="文本框 25">
            <a:extLst>
              <a:ext uri="{FF2B5EF4-FFF2-40B4-BE49-F238E27FC236}">
                <a16:creationId xmlns:a16="http://schemas.microsoft.com/office/drawing/2014/main" id="{BFA7DFB0-D5F8-5E43-8AEC-B4419EEC00B6}"/>
              </a:ext>
            </a:extLst>
          </p:cNvPr>
          <p:cNvSpPr txBox="1"/>
          <p:nvPr/>
        </p:nvSpPr>
        <p:spPr>
          <a:xfrm>
            <a:off x="8877360" y="2881535"/>
            <a:ext cx="1321364" cy="246221"/>
          </a:xfrm>
          <a:prstGeom prst="rect">
            <a:avLst/>
          </a:prstGeom>
          <a:noFill/>
        </p:spPr>
        <p:txBody>
          <a:bodyPr wrap="square" rtlCol="0">
            <a:spAutoFit/>
          </a:bodyPr>
          <a:lstStyle/>
          <a:p>
            <a:pPr lvl="0" algn="dist">
              <a:defRPr/>
            </a:pPr>
            <a:r>
              <a:rPr kumimoji="1" lang="en-US" altLang="zh-CN" sz="1000" dirty="0">
                <a:solidFill>
                  <a:prstClr val="white"/>
                </a:solidFill>
                <a:cs typeface="+mn-ea"/>
                <a:sym typeface="+mn-lt"/>
              </a:rPr>
              <a:t>Service flow chart</a:t>
            </a:r>
            <a:endParaRPr kumimoji="1" lang="en-US" altLang="zh-CN" sz="1000" b="0" i="0" u="none" strike="noStrike" kern="1200" cap="none" spc="0" normalizeH="0" baseline="0" noProof="0" dirty="0">
              <a:ln>
                <a:noFill/>
              </a:ln>
              <a:solidFill>
                <a:prstClr val="white"/>
              </a:solidFill>
              <a:effectLst/>
              <a:uLnTx/>
              <a:uFillTx/>
              <a:cs typeface="+mn-ea"/>
              <a:sym typeface="+mn-lt"/>
            </a:endParaRPr>
          </a:p>
        </p:txBody>
      </p:sp>
      <p:sp>
        <p:nvSpPr>
          <p:cNvPr id="27" name="文本框 26">
            <a:extLst>
              <a:ext uri="{FF2B5EF4-FFF2-40B4-BE49-F238E27FC236}">
                <a16:creationId xmlns:a16="http://schemas.microsoft.com/office/drawing/2014/main" id="{0F338A8C-8382-E540-A4A9-895C8B317058}"/>
              </a:ext>
            </a:extLst>
          </p:cNvPr>
          <p:cNvSpPr txBox="1"/>
          <p:nvPr/>
        </p:nvSpPr>
        <p:spPr>
          <a:xfrm>
            <a:off x="8898843" y="3724719"/>
            <a:ext cx="889987"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100" dirty="0">
                <a:solidFill>
                  <a:prstClr val="black">
                    <a:lumMod val="75000"/>
                    <a:lumOff val="25000"/>
                  </a:prstClr>
                </a:solidFill>
                <a:cs typeface="+mn-ea"/>
                <a:sym typeface="+mn-lt"/>
              </a:rPr>
              <a:t>流程图名称</a:t>
            </a:r>
            <a:endParaRPr kumimoji="1" lang="zh-CN" altLang="en-US" sz="1100" b="0" i="0" u="none" strike="noStrike" kern="1200" cap="none" spc="0" normalizeH="0" baseline="0" noProof="0" dirty="0">
              <a:ln>
                <a:noFill/>
              </a:ln>
              <a:solidFill>
                <a:prstClr val="black">
                  <a:lumMod val="75000"/>
                  <a:lumOff val="25000"/>
                </a:prstClr>
              </a:solidFill>
              <a:effectLst/>
              <a:uLnTx/>
              <a:uFillTx/>
              <a:cs typeface="+mn-ea"/>
              <a:sym typeface="+mn-lt"/>
            </a:endParaRPr>
          </a:p>
        </p:txBody>
      </p:sp>
      <p:sp>
        <p:nvSpPr>
          <p:cNvPr id="29" name="文本框 28">
            <a:extLst>
              <a:ext uri="{FF2B5EF4-FFF2-40B4-BE49-F238E27FC236}">
                <a16:creationId xmlns:a16="http://schemas.microsoft.com/office/drawing/2014/main" id="{A8F71B09-9AF4-7E4C-AB08-F7FBA9E4330A}"/>
              </a:ext>
            </a:extLst>
          </p:cNvPr>
          <p:cNvSpPr txBox="1"/>
          <p:nvPr/>
        </p:nvSpPr>
        <p:spPr>
          <a:xfrm>
            <a:off x="10267140" y="3724719"/>
            <a:ext cx="4667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cap="none" spc="0" normalizeH="0" baseline="0" noProof="0" dirty="0">
                <a:ln>
                  <a:noFill/>
                </a:ln>
                <a:solidFill>
                  <a:prstClr val="black">
                    <a:lumMod val="75000"/>
                    <a:lumOff val="25000"/>
                  </a:prstClr>
                </a:solidFill>
                <a:effectLst/>
                <a:uLnTx/>
                <a:uFillTx/>
                <a:cs typeface="+mn-ea"/>
                <a:sym typeface="+mn-lt"/>
              </a:rPr>
              <a:t>类型</a:t>
            </a:r>
          </a:p>
        </p:txBody>
      </p:sp>
      <p:sp>
        <p:nvSpPr>
          <p:cNvPr id="30" name="文本框 29">
            <a:extLst>
              <a:ext uri="{FF2B5EF4-FFF2-40B4-BE49-F238E27FC236}">
                <a16:creationId xmlns:a16="http://schemas.microsoft.com/office/drawing/2014/main" id="{3E85C4AB-3E2D-DA4C-BC67-282DA7C55E45}"/>
              </a:ext>
            </a:extLst>
          </p:cNvPr>
          <p:cNvSpPr txBox="1"/>
          <p:nvPr/>
        </p:nvSpPr>
        <p:spPr>
          <a:xfrm>
            <a:off x="8802662" y="3918207"/>
            <a:ext cx="1082348" cy="353687"/>
          </a:xfrm>
          <a:prstGeom prst="rect">
            <a:avLst/>
          </a:prstGeom>
          <a:noFill/>
        </p:spPr>
        <p:txBody>
          <a:bodyPr wrap="non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1" lang="zh-CN" altLang="en-US" sz="1000" dirty="0">
                <a:solidFill>
                  <a:prstClr val="black">
                    <a:lumMod val="50000"/>
                    <a:lumOff val="50000"/>
                  </a:prstClr>
                </a:solidFill>
                <a:cs typeface="+mn-ea"/>
                <a:sym typeface="+mn-lt"/>
              </a:rPr>
              <a:t>交通指南流程图</a:t>
            </a:r>
            <a:endParaRPr kumimoji="1" lang="zh-CN" altLang="en-US" sz="1000" b="0" i="0" u="none" strike="noStrike" kern="1200" cap="none" spc="0" normalizeH="0" baseline="0" noProof="0" dirty="0">
              <a:ln>
                <a:noFill/>
              </a:ln>
              <a:solidFill>
                <a:prstClr val="black">
                  <a:lumMod val="50000"/>
                  <a:lumOff val="50000"/>
                </a:prstClr>
              </a:solidFill>
              <a:effectLst/>
              <a:uLnTx/>
              <a:uFillTx/>
              <a:cs typeface="+mn-ea"/>
              <a:sym typeface="+mn-lt"/>
            </a:endParaRPr>
          </a:p>
        </p:txBody>
      </p:sp>
      <p:sp>
        <p:nvSpPr>
          <p:cNvPr id="32" name="文本框 31">
            <a:extLst>
              <a:ext uri="{FF2B5EF4-FFF2-40B4-BE49-F238E27FC236}">
                <a16:creationId xmlns:a16="http://schemas.microsoft.com/office/drawing/2014/main" id="{F5D24A39-3525-A94A-824D-5844331A951B}"/>
              </a:ext>
            </a:extLst>
          </p:cNvPr>
          <p:cNvSpPr txBox="1"/>
          <p:nvPr/>
        </p:nvSpPr>
        <p:spPr>
          <a:xfrm>
            <a:off x="10151723" y="3910691"/>
            <a:ext cx="697627" cy="353687"/>
          </a:xfrm>
          <a:prstGeom prst="rect">
            <a:avLst/>
          </a:prstGeom>
          <a:noFill/>
        </p:spPr>
        <p:txBody>
          <a:bodyPr wrap="non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1" lang="zh-CN" altLang="en-US" sz="1000" dirty="0">
                <a:solidFill>
                  <a:prstClr val="black">
                    <a:lumMod val="50000"/>
                    <a:lumOff val="50000"/>
                  </a:prstClr>
                </a:solidFill>
                <a:cs typeface="+mn-ea"/>
                <a:sym typeface="+mn-lt"/>
              </a:rPr>
              <a:t>交通服务</a:t>
            </a:r>
            <a:endParaRPr kumimoji="1" lang="zh-CN" altLang="en-US" sz="1000" b="0" i="0" u="none" strike="noStrike" kern="1200" cap="none" spc="0" normalizeH="0" baseline="0" noProof="0" dirty="0">
              <a:ln>
                <a:noFill/>
              </a:ln>
              <a:solidFill>
                <a:prstClr val="black">
                  <a:lumMod val="50000"/>
                  <a:lumOff val="50000"/>
                </a:prstClr>
              </a:solidFill>
              <a:effectLst/>
              <a:uLnTx/>
              <a:uFillTx/>
              <a:cs typeface="+mn-ea"/>
              <a:sym typeface="+mn-lt"/>
            </a:endParaRPr>
          </a:p>
        </p:txBody>
      </p:sp>
      <p:pic>
        <p:nvPicPr>
          <p:cNvPr id="4" name="图片 3">
            <a:extLst>
              <a:ext uri="{FF2B5EF4-FFF2-40B4-BE49-F238E27FC236}">
                <a16:creationId xmlns:a16="http://schemas.microsoft.com/office/drawing/2014/main" id="{BD906187-6A4D-4E8F-9F48-15F2C2F474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902" y="1339659"/>
            <a:ext cx="6416040" cy="4770120"/>
          </a:xfrm>
          <a:prstGeom prst="rect">
            <a:avLst/>
          </a:prstGeom>
        </p:spPr>
      </p:pic>
      <p:cxnSp>
        <p:nvCxnSpPr>
          <p:cNvPr id="8" name="直接连接符 7">
            <a:extLst>
              <a:ext uri="{FF2B5EF4-FFF2-40B4-BE49-F238E27FC236}">
                <a16:creationId xmlns:a16="http://schemas.microsoft.com/office/drawing/2014/main" id="{357CA3EC-5494-4C36-BC85-F26908EAE6C6}"/>
              </a:ext>
            </a:extLst>
          </p:cNvPr>
          <p:cNvCxnSpPr>
            <a:cxnSpLocks/>
          </p:cNvCxnSpPr>
          <p:nvPr/>
        </p:nvCxnSpPr>
        <p:spPr>
          <a:xfrm>
            <a:off x="8903896" y="4580793"/>
            <a:ext cx="2038788"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直接连接符 32">
            <a:extLst>
              <a:ext uri="{FF2B5EF4-FFF2-40B4-BE49-F238E27FC236}">
                <a16:creationId xmlns:a16="http://schemas.microsoft.com/office/drawing/2014/main" id="{0334CA4C-96FC-4D96-825E-639A381D58C6}"/>
              </a:ext>
            </a:extLst>
          </p:cNvPr>
          <p:cNvCxnSpPr>
            <a:cxnSpLocks/>
          </p:cNvCxnSpPr>
          <p:nvPr/>
        </p:nvCxnSpPr>
        <p:spPr>
          <a:xfrm>
            <a:off x="8903896" y="4777153"/>
            <a:ext cx="2038788"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直接连接符 34">
            <a:extLst>
              <a:ext uri="{FF2B5EF4-FFF2-40B4-BE49-F238E27FC236}">
                <a16:creationId xmlns:a16="http://schemas.microsoft.com/office/drawing/2014/main" id="{01911D73-3C22-45CD-87F2-BF4AEF7A8153}"/>
              </a:ext>
            </a:extLst>
          </p:cNvPr>
          <p:cNvCxnSpPr>
            <a:cxnSpLocks/>
          </p:cNvCxnSpPr>
          <p:nvPr/>
        </p:nvCxnSpPr>
        <p:spPr>
          <a:xfrm>
            <a:off x="8903896" y="4955929"/>
            <a:ext cx="2038788"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7" name="直接连接符 36">
            <a:extLst>
              <a:ext uri="{FF2B5EF4-FFF2-40B4-BE49-F238E27FC236}">
                <a16:creationId xmlns:a16="http://schemas.microsoft.com/office/drawing/2014/main" id="{048799CC-D240-44CE-96C2-407601E6BBAA}"/>
              </a:ext>
            </a:extLst>
          </p:cNvPr>
          <p:cNvCxnSpPr>
            <a:cxnSpLocks/>
          </p:cNvCxnSpPr>
          <p:nvPr/>
        </p:nvCxnSpPr>
        <p:spPr>
          <a:xfrm>
            <a:off x="8903896" y="5143501"/>
            <a:ext cx="2038788"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258462720"/>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dissolve">
                                      <p:cBhvr>
                                        <p:cTn id="20" dur="500"/>
                                        <p:tgtEl>
                                          <p:spTgt spid="23"/>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dissolve">
                                      <p:cBhvr>
                                        <p:cTn id="23" dur="500"/>
                                        <p:tgtEl>
                                          <p:spTgt spid="24"/>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dissolve">
                                      <p:cBhvr>
                                        <p:cTn id="26" dur="500"/>
                                        <p:tgtEl>
                                          <p:spTgt spid="25"/>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dissolve">
                                      <p:cBhvr>
                                        <p:cTn id="29" dur="500"/>
                                        <p:tgtEl>
                                          <p:spTgt spid="26"/>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dissolve">
                                      <p:cBhvr>
                                        <p:cTn id="32" dur="500"/>
                                        <p:tgtEl>
                                          <p:spTgt spid="27"/>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dissolve">
                                      <p:cBhvr>
                                        <p:cTn id="35" dur="500"/>
                                        <p:tgtEl>
                                          <p:spTgt spid="29"/>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dissolve">
                                      <p:cBhvr>
                                        <p:cTn id="38" dur="500"/>
                                        <p:tgtEl>
                                          <p:spTgt spid="30"/>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dissolve">
                                      <p:cBhvr>
                                        <p:cTn id="41" dur="500"/>
                                        <p:tgtEl>
                                          <p:spTgt spid="32"/>
                                        </p:tgtEl>
                                      </p:cBhvr>
                                    </p:animEffect>
                                  </p:childTnLst>
                                </p:cTn>
                              </p:par>
                              <p:par>
                                <p:cTn id="42" presetID="10" presetClass="entr" presetSubtype="0" fill="hold"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500"/>
                                        <p:tgtEl>
                                          <p:spTgt spid="8"/>
                                        </p:tgtEl>
                                      </p:cBhvr>
                                    </p:animEffect>
                                  </p:childTnLst>
                                </p:cTn>
                              </p:par>
                              <p:par>
                                <p:cTn id="45" presetID="10"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00"/>
                                        <p:tgtEl>
                                          <p:spTgt spid="33"/>
                                        </p:tgtEl>
                                      </p:cBhvr>
                                    </p:animEffect>
                                  </p:childTnLst>
                                </p:cTn>
                              </p:par>
                              <p:par>
                                <p:cTn id="48" presetID="10" presetClass="entr" presetSubtype="0" fill="hold" nodeType="with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500"/>
                                        <p:tgtEl>
                                          <p:spTgt spid="37"/>
                                        </p:tgtEl>
                                      </p:cBhvr>
                                    </p:animEffect>
                                  </p:childTnLst>
                                </p:cTn>
                              </p:par>
                              <p:par>
                                <p:cTn id="51" presetID="10" presetClass="entr" presetSubtype="0" fill="hold" nodeType="with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3" grpId="0" animBg="1"/>
      <p:bldP spid="24" grpId="0" animBg="1"/>
      <p:bldP spid="25" grpId="0"/>
      <p:bldP spid="26" grpId="0"/>
      <p:bldP spid="27" grpId="0"/>
      <p:bldP spid="29" grpId="0"/>
      <p:bldP spid="30" grpId="0"/>
      <p:bldP spid="3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a:extLst>
              <a:ext uri="{FF2B5EF4-FFF2-40B4-BE49-F238E27FC236}">
                <a16:creationId xmlns:a16="http://schemas.microsoft.com/office/drawing/2014/main" id="{77DAC8EB-FA83-7E4C-AF62-241BA0588B17}"/>
              </a:ext>
            </a:extLst>
          </p:cNvPr>
          <p:cNvSpPr/>
          <p:nvPr/>
        </p:nvSpPr>
        <p:spPr>
          <a:xfrm>
            <a:off x="5070393" y="668411"/>
            <a:ext cx="2160000" cy="216000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圆角矩形 2">
            <a:extLst>
              <a:ext uri="{FF2B5EF4-FFF2-40B4-BE49-F238E27FC236}">
                <a16:creationId xmlns:a16="http://schemas.microsoft.com/office/drawing/2014/main" id="{87BF9EF1-4524-664B-B4E4-F19DF76D9A44}"/>
              </a:ext>
            </a:extLst>
          </p:cNvPr>
          <p:cNvSpPr/>
          <p:nvPr/>
        </p:nvSpPr>
        <p:spPr>
          <a:xfrm>
            <a:off x="4507730" y="1424652"/>
            <a:ext cx="243152" cy="243152"/>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圆角矩形 3">
            <a:extLst>
              <a:ext uri="{FF2B5EF4-FFF2-40B4-BE49-F238E27FC236}">
                <a16:creationId xmlns:a16="http://schemas.microsoft.com/office/drawing/2014/main" id="{0B261106-7C4E-5C45-85CE-F2A206EC566B}"/>
              </a:ext>
            </a:extLst>
          </p:cNvPr>
          <p:cNvSpPr/>
          <p:nvPr/>
        </p:nvSpPr>
        <p:spPr>
          <a:xfrm>
            <a:off x="4750882" y="1887516"/>
            <a:ext cx="127491" cy="127491"/>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 name="圆角矩形 4">
            <a:extLst>
              <a:ext uri="{FF2B5EF4-FFF2-40B4-BE49-F238E27FC236}">
                <a16:creationId xmlns:a16="http://schemas.microsoft.com/office/drawing/2014/main" id="{DA32410C-A7A8-484A-9119-0B7FF46D9A48}"/>
              </a:ext>
            </a:extLst>
          </p:cNvPr>
          <p:cNvSpPr/>
          <p:nvPr/>
        </p:nvSpPr>
        <p:spPr>
          <a:xfrm>
            <a:off x="7318469" y="1320858"/>
            <a:ext cx="209070" cy="20907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文本框 5">
            <a:extLst>
              <a:ext uri="{FF2B5EF4-FFF2-40B4-BE49-F238E27FC236}">
                <a16:creationId xmlns:a16="http://schemas.microsoft.com/office/drawing/2014/main" id="{ADE6D4DB-97A7-664D-A539-41472511B747}"/>
              </a:ext>
            </a:extLst>
          </p:cNvPr>
          <p:cNvSpPr txBox="1"/>
          <p:nvPr/>
        </p:nvSpPr>
        <p:spPr>
          <a:xfrm>
            <a:off x="5281898" y="1565553"/>
            <a:ext cx="1798045" cy="52322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srgbClr val="44546A"/>
                </a:solidFill>
                <a:effectLst/>
                <a:uLnTx/>
                <a:uFillTx/>
                <a:cs typeface="+mn-ea"/>
                <a:sym typeface="+mn-lt"/>
              </a:rPr>
              <a:t>第</a:t>
            </a:r>
            <a:r>
              <a:rPr kumimoji="1" lang="zh-CN" altLang="en-US" sz="2800" dirty="0">
                <a:solidFill>
                  <a:srgbClr val="44546A"/>
                </a:solidFill>
                <a:cs typeface="+mn-ea"/>
                <a:sym typeface="+mn-lt"/>
              </a:rPr>
              <a:t>三</a:t>
            </a:r>
            <a:r>
              <a:rPr kumimoji="1" lang="zh-CN" altLang="en-US" sz="2800" b="0" i="0" u="none" strike="noStrike" kern="1200" cap="none" spc="0" normalizeH="0" baseline="0" noProof="0" dirty="0">
                <a:ln>
                  <a:noFill/>
                </a:ln>
                <a:solidFill>
                  <a:srgbClr val="44546A"/>
                </a:solidFill>
                <a:effectLst/>
                <a:uLnTx/>
                <a:uFillTx/>
                <a:cs typeface="+mn-ea"/>
                <a:sym typeface="+mn-lt"/>
              </a:rPr>
              <a:t>部分</a:t>
            </a:r>
          </a:p>
        </p:txBody>
      </p:sp>
      <p:sp>
        <p:nvSpPr>
          <p:cNvPr id="7" name="文本框 6">
            <a:extLst>
              <a:ext uri="{FF2B5EF4-FFF2-40B4-BE49-F238E27FC236}">
                <a16:creationId xmlns:a16="http://schemas.microsoft.com/office/drawing/2014/main" id="{2AA5CD6C-CEAA-2F4F-84CB-CDF42E3F6FB0}"/>
              </a:ext>
            </a:extLst>
          </p:cNvPr>
          <p:cNvSpPr txBox="1"/>
          <p:nvPr/>
        </p:nvSpPr>
        <p:spPr>
          <a:xfrm>
            <a:off x="5293773" y="1998761"/>
            <a:ext cx="1774295"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1600" b="0" i="0" u="none" strike="noStrike" kern="1200" cap="none" spc="0" normalizeH="0" baseline="0" noProof="0" dirty="0">
                <a:ln>
                  <a:noFill/>
                </a:ln>
                <a:solidFill>
                  <a:srgbClr val="44546A"/>
                </a:solidFill>
                <a:effectLst/>
                <a:uLnTx/>
                <a:uFillTx/>
                <a:cs typeface="+mn-ea"/>
                <a:sym typeface="+mn-lt"/>
              </a:rPr>
              <a:t>PART</a:t>
            </a:r>
            <a:r>
              <a:rPr kumimoji="1" lang="zh-CN" altLang="en-US" sz="1600" b="0" i="0" u="none" strike="noStrike" kern="1200" cap="none" spc="0" normalizeH="0" baseline="0" noProof="0" dirty="0">
                <a:ln>
                  <a:noFill/>
                </a:ln>
                <a:solidFill>
                  <a:srgbClr val="44546A"/>
                </a:solidFill>
                <a:effectLst/>
                <a:uLnTx/>
                <a:uFillTx/>
                <a:cs typeface="+mn-ea"/>
                <a:sym typeface="+mn-lt"/>
              </a:rPr>
              <a:t> </a:t>
            </a:r>
            <a:r>
              <a:rPr kumimoji="1" lang="en-US" altLang="zh-CN" sz="1600" b="0" i="0" u="none" strike="noStrike" kern="1200" cap="none" spc="0" normalizeH="0" baseline="0" noProof="0" dirty="0">
                <a:ln>
                  <a:noFill/>
                </a:ln>
                <a:solidFill>
                  <a:srgbClr val="44546A"/>
                </a:solidFill>
                <a:effectLst/>
                <a:uLnTx/>
                <a:uFillTx/>
                <a:cs typeface="+mn-ea"/>
                <a:sym typeface="+mn-lt"/>
              </a:rPr>
              <a:t>03</a:t>
            </a:r>
            <a:endParaRPr kumimoji="1" lang="zh-CN" altLang="en-US" sz="1600" b="0" i="0" u="none" strike="noStrike" kern="1200" cap="none" spc="0" normalizeH="0" baseline="0" noProof="0" dirty="0">
              <a:ln>
                <a:noFill/>
              </a:ln>
              <a:solidFill>
                <a:srgbClr val="44546A"/>
              </a:solidFill>
              <a:effectLst/>
              <a:uLnTx/>
              <a:uFillTx/>
              <a:cs typeface="+mn-ea"/>
              <a:sym typeface="+mn-lt"/>
            </a:endParaRPr>
          </a:p>
        </p:txBody>
      </p:sp>
      <p:sp>
        <p:nvSpPr>
          <p:cNvPr id="8" name="文本框 7">
            <a:extLst>
              <a:ext uri="{FF2B5EF4-FFF2-40B4-BE49-F238E27FC236}">
                <a16:creationId xmlns:a16="http://schemas.microsoft.com/office/drawing/2014/main" id="{0CEEC32F-A461-E14B-BA72-2A0A3033AF09}"/>
              </a:ext>
            </a:extLst>
          </p:cNvPr>
          <p:cNvSpPr txBox="1"/>
          <p:nvPr/>
        </p:nvSpPr>
        <p:spPr>
          <a:xfrm>
            <a:off x="4347409" y="2770523"/>
            <a:ext cx="3570208" cy="1107996"/>
          </a:xfrm>
          <a:prstGeom prst="rect">
            <a:avLst/>
          </a:prstGeom>
          <a:noFill/>
        </p:spPr>
        <p:txBody>
          <a:bodyPr wrap="none" rtlCol="0">
            <a:spAutoFit/>
          </a:bodyPr>
          <a:lstStyle/>
          <a:p>
            <a:pPr lvl="0">
              <a:defRPr/>
            </a:pPr>
            <a:r>
              <a:rPr kumimoji="1" lang="zh-CN" altLang="en-US" sz="6600" dirty="0">
                <a:solidFill>
                  <a:srgbClr val="44546A"/>
                </a:solidFill>
                <a:cs typeface="+mn-ea"/>
                <a:sym typeface="+mn-lt"/>
              </a:rPr>
              <a:t>技术方案</a:t>
            </a:r>
          </a:p>
        </p:txBody>
      </p:sp>
      <p:sp>
        <p:nvSpPr>
          <p:cNvPr id="9" name="文本框 8">
            <a:extLst>
              <a:ext uri="{FF2B5EF4-FFF2-40B4-BE49-F238E27FC236}">
                <a16:creationId xmlns:a16="http://schemas.microsoft.com/office/drawing/2014/main" id="{473DBF93-FD30-194C-B730-87857EF96E77}"/>
              </a:ext>
            </a:extLst>
          </p:cNvPr>
          <p:cNvSpPr txBox="1"/>
          <p:nvPr/>
        </p:nvSpPr>
        <p:spPr>
          <a:xfrm>
            <a:off x="2944894" y="3878519"/>
            <a:ext cx="6472052" cy="306174"/>
          </a:xfrm>
          <a:prstGeom prst="rect">
            <a:avLst/>
          </a:prstGeom>
          <a:noFill/>
        </p:spPr>
        <p:txBody>
          <a:bodyPr wrap="square" rtlCol="0">
            <a:spAutoFit/>
          </a:bodyPr>
          <a:lstStyle/>
          <a:p>
            <a:pPr lvl="0" algn="ctr">
              <a:lnSpc>
                <a:spcPct val="150000"/>
              </a:lnSpc>
              <a:defRPr/>
            </a:pPr>
            <a:r>
              <a:rPr lang="en-US" altLang="zh-CN" sz="1050" dirty="0">
                <a:solidFill>
                  <a:prstClr val="black">
                    <a:lumMod val="50000"/>
                    <a:lumOff val="50000"/>
                  </a:prstClr>
                </a:solidFill>
                <a:cs typeface="+mn-ea"/>
                <a:sym typeface="+mn-lt"/>
              </a:rPr>
              <a:t>Technical solution</a:t>
            </a:r>
            <a:endParaRPr lang="en" altLang="zh-CN" sz="1050" dirty="0">
              <a:solidFill>
                <a:prstClr val="black">
                  <a:lumMod val="50000"/>
                  <a:lumOff val="50000"/>
                </a:prstClr>
              </a:solidFill>
              <a:cs typeface="+mn-ea"/>
              <a:sym typeface="+mn-lt"/>
            </a:endParaRPr>
          </a:p>
        </p:txBody>
      </p:sp>
    </p:spTree>
    <p:extLst>
      <p:ext uri="{BB962C8B-B14F-4D97-AF65-F5344CB8AC3E}">
        <p14:creationId xmlns:p14="http://schemas.microsoft.com/office/powerpoint/2010/main" val="3636804313"/>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7"/>
            <a:ext cx="1415772" cy="461665"/>
          </a:xfrm>
          <a:prstGeom prst="rect">
            <a:avLst/>
          </a:prstGeom>
          <a:noFill/>
        </p:spPr>
        <p:txBody>
          <a:bodyPr wrap="none" rtlCol="0">
            <a:spAutoFit/>
          </a:bodyPr>
          <a:lstStyle/>
          <a:p>
            <a:pPr lvl="0">
              <a:defRPr/>
            </a:pPr>
            <a:r>
              <a:rPr kumimoji="1" lang="zh-CN" altLang="en-US" sz="2400" dirty="0">
                <a:solidFill>
                  <a:srgbClr val="44546A"/>
                </a:solidFill>
                <a:cs typeface="+mn-ea"/>
                <a:sym typeface="+mn-lt"/>
              </a:rPr>
              <a:t>技术方案</a:t>
            </a:r>
          </a:p>
        </p:txBody>
      </p:sp>
      <p:sp>
        <p:nvSpPr>
          <p:cNvPr id="5" name="文本框 4">
            <a:extLst>
              <a:ext uri="{FF2B5EF4-FFF2-40B4-BE49-F238E27FC236}">
                <a16:creationId xmlns:a16="http://schemas.microsoft.com/office/drawing/2014/main" id="{BA27805B-EFFF-E84F-9C9B-26153B51D9DB}"/>
              </a:ext>
            </a:extLst>
          </p:cNvPr>
          <p:cNvSpPr txBox="1"/>
          <p:nvPr/>
        </p:nvSpPr>
        <p:spPr>
          <a:xfrm>
            <a:off x="1772157" y="2342730"/>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0" i="0" u="none" strike="noStrike" kern="1200" cap="none" spc="0" normalizeH="0" baseline="0" noProof="0" dirty="0">
                <a:ln>
                  <a:noFill/>
                </a:ln>
                <a:solidFill>
                  <a:prstClr val="white"/>
                </a:solidFill>
                <a:effectLst/>
                <a:uLnTx/>
                <a:uFillTx/>
                <a:cs typeface="+mn-ea"/>
                <a:sym typeface="+mn-lt"/>
              </a:rPr>
              <a:t>2,780.18</a:t>
            </a:r>
            <a:endParaRPr kumimoji="1" lang="zh-CN" altLang="en-US" sz="3200" b="0" i="0" u="none" strike="noStrike" kern="1200" cap="none" spc="0" normalizeH="0" baseline="0" noProof="0" dirty="0">
              <a:ln>
                <a:noFill/>
              </a:ln>
              <a:solidFill>
                <a:prstClr val="white"/>
              </a:solidFill>
              <a:effectLst/>
              <a:uLnTx/>
              <a:uFillTx/>
              <a:cs typeface="+mn-ea"/>
              <a:sym typeface="+mn-lt"/>
            </a:endParaRPr>
          </a:p>
        </p:txBody>
      </p:sp>
      <p:sp>
        <p:nvSpPr>
          <p:cNvPr id="6" name="文本框 5">
            <a:extLst>
              <a:ext uri="{FF2B5EF4-FFF2-40B4-BE49-F238E27FC236}">
                <a16:creationId xmlns:a16="http://schemas.microsoft.com/office/drawing/2014/main" id="{DF120390-9F37-7E4A-A4A6-75FC783D9365}"/>
              </a:ext>
            </a:extLst>
          </p:cNvPr>
          <p:cNvSpPr txBox="1"/>
          <p:nvPr/>
        </p:nvSpPr>
        <p:spPr>
          <a:xfrm>
            <a:off x="1761883" y="2896683"/>
            <a:ext cx="1321364" cy="24622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cap="none" spc="0" normalizeH="0" baseline="0" noProof="0" dirty="0">
                <a:ln>
                  <a:noFill/>
                </a:ln>
                <a:solidFill>
                  <a:prstClr val="white"/>
                </a:solidFill>
                <a:effectLst/>
                <a:uLnTx/>
                <a:uFillTx/>
                <a:cs typeface="+mn-ea"/>
                <a:sym typeface="+mn-lt"/>
              </a:rPr>
              <a:t>Input Date Here</a:t>
            </a:r>
          </a:p>
        </p:txBody>
      </p:sp>
      <p:sp>
        <p:nvSpPr>
          <p:cNvPr id="31" name="文本框 30">
            <a:extLst>
              <a:ext uri="{FF2B5EF4-FFF2-40B4-BE49-F238E27FC236}">
                <a16:creationId xmlns:a16="http://schemas.microsoft.com/office/drawing/2014/main" id="{ED136EFA-A742-4077-8277-B2449D17C535}"/>
              </a:ext>
            </a:extLst>
          </p:cNvPr>
          <p:cNvSpPr txBox="1"/>
          <p:nvPr/>
        </p:nvSpPr>
        <p:spPr>
          <a:xfrm>
            <a:off x="4809074" y="5194866"/>
            <a:ext cx="26468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44546A"/>
                </a:solidFill>
                <a:effectLst/>
                <a:uLnTx/>
                <a:uFillTx/>
                <a:cs typeface="+mn-ea"/>
                <a:sym typeface="+mn-lt"/>
              </a:rPr>
              <a:t>腾讯云轻量服务器</a:t>
            </a:r>
          </a:p>
        </p:txBody>
      </p:sp>
      <p:sp>
        <p:nvSpPr>
          <p:cNvPr id="34" name="文本框 33">
            <a:extLst>
              <a:ext uri="{FF2B5EF4-FFF2-40B4-BE49-F238E27FC236}">
                <a16:creationId xmlns:a16="http://schemas.microsoft.com/office/drawing/2014/main" id="{8CF3ACAD-58DD-43A3-8385-14F9FDA155E0}"/>
              </a:ext>
            </a:extLst>
          </p:cNvPr>
          <p:cNvSpPr txBox="1"/>
          <p:nvPr/>
        </p:nvSpPr>
        <p:spPr>
          <a:xfrm>
            <a:off x="4585716" y="5633381"/>
            <a:ext cx="3174874"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chemeClr val="bg1">
                    <a:lumMod val="75000"/>
                  </a:schemeClr>
                </a:solidFill>
                <a:effectLst/>
                <a:uLnTx/>
                <a:uFillTx/>
                <a:cs typeface="+mn-ea"/>
                <a:sym typeface="+mn-lt"/>
              </a:rPr>
              <a:t>Tencent Cloud lightweight server</a:t>
            </a:r>
            <a:endParaRPr kumimoji="1" lang="zh-CN" altLang="en-US" sz="1400" b="0" i="0" u="none" strike="noStrike" kern="1200" cap="none" spc="0" normalizeH="0" baseline="0" noProof="0" dirty="0">
              <a:ln>
                <a:noFill/>
              </a:ln>
              <a:solidFill>
                <a:schemeClr val="bg1">
                  <a:lumMod val="75000"/>
                </a:schemeClr>
              </a:solidFill>
              <a:effectLst/>
              <a:uLnTx/>
              <a:uFillTx/>
              <a:cs typeface="+mn-ea"/>
              <a:sym typeface="+mn-lt"/>
            </a:endParaRPr>
          </a:p>
        </p:txBody>
      </p:sp>
      <p:pic>
        <p:nvPicPr>
          <p:cNvPr id="8" name="图片 7">
            <a:extLst>
              <a:ext uri="{FF2B5EF4-FFF2-40B4-BE49-F238E27FC236}">
                <a16:creationId xmlns:a16="http://schemas.microsoft.com/office/drawing/2014/main" id="{94385D94-F22D-4E4B-9ECC-61F2C5AA5D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2064154" y="1116901"/>
            <a:ext cx="8259286" cy="3883209"/>
          </a:xfrm>
          <a:prstGeom prst="rect">
            <a:avLst/>
          </a:prstGeom>
          <a:noFill/>
          <a:ln>
            <a:noFill/>
          </a:ln>
        </p:spPr>
      </p:pic>
    </p:spTree>
    <p:extLst>
      <p:ext uri="{BB962C8B-B14F-4D97-AF65-F5344CB8AC3E}">
        <p14:creationId xmlns:p14="http://schemas.microsoft.com/office/powerpoint/2010/main" val="499483733"/>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7"/>
            <a:ext cx="1415772" cy="461665"/>
          </a:xfrm>
          <a:prstGeom prst="rect">
            <a:avLst/>
          </a:prstGeom>
          <a:noFill/>
        </p:spPr>
        <p:txBody>
          <a:bodyPr wrap="none" rtlCol="0">
            <a:spAutoFit/>
          </a:bodyPr>
          <a:lstStyle/>
          <a:p>
            <a:pPr lvl="0">
              <a:defRPr/>
            </a:pPr>
            <a:r>
              <a:rPr kumimoji="1" lang="zh-CN" altLang="en-US" sz="2400" dirty="0">
                <a:solidFill>
                  <a:srgbClr val="44546A"/>
                </a:solidFill>
                <a:cs typeface="+mn-ea"/>
                <a:sym typeface="+mn-lt"/>
              </a:rPr>
              <a:t>技术方案</a:t>
            </a:r>
          </a:p>
        </p:txBody>
      </p:sp>
      <p:sp>
        <p:nvSpPr>
          <p:cNvPr id="5" name="文本框 4">
            <a:extLst>
              <a:ext uri="{FF2B5EF4-FFF2-40B4-BE49-F238E27FC236}">
                <a16:creationId xmlns:a16="http://schemas.microsoft.com/office/drawing/2014/main" id="{BA27805B-EFFF-E84F-9C9B-26153B51D9DB}"/>
              </a:ext>
            </a:extLst>
          </p:cNvPr>
          <p:cNvSpPr txBox="1"/>
          <p:nvPr/>
        </p:nvSpPr>
        <p:spPr>
          <a:xfrm>
            <a:off x="1772157" y="2342730"/>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0" i="0" u="none" strike="noStrike" kern="1200" cap="none" spc="0" normalizeH="0" baseline="0" noProof="0" dirty="0">
                <a:ln>
                  <a:noFill/>
                </a:ln>
                <a:solidFill>
                  <a:prstClr val="white"/>
                </a:solidFill>
                <a:effectLst/>
                <a:uLnTx/>
                <a:uFillTx/>
                <a:cs typeface="+mn-ea"/>
                <a:sym typeface="+mn-lt"/>
              </a:rPr>
              <a:t>2,780.18</a:t>
            </a:r>
            <a:endParaRPr kumimoji="1" lang="zh-CN" altLang="en-US" sz="3200" b="0" i="0" u="none" strike="noStrike" kern="1200" cap="none" spc="0" normalizeH="0" baseline="0" noProof="0" dirty="0">
              <a:ln>
                <a:noFill/>
              </a:ln>
              <a:solidFill>
                <a:prstClr val="white"/>
              </a:solidFill>
              <a:effectLst/>
              <a:uLnTx/>
              <a:uFillTx/>
              <a:cs typeface="+mn-ea"/>
              <a:sym typeface="+mn-lt"/>
            </a:endParaRPr>
          </a:p>
        </p:txBody>
      </p:sp>
      <p:sp>
        <p:nvSpPr>
          <p:cNvPr id="6" name="文本框 5">
            <a:extLst>
              <a:ext uri="{FF2B5EF4-FFF2-40B4-BE49-F238E27FC236}">
                <a16:creationId xmlns:a16="http://schemas.microsoft.com/office/drawing/2014/main" id="{DF120390-9F37-7E4A-A4A6-75FC783D9365}"/>
              </a:ext>
            </a:extLst>
          </p:cNvPr>
          <p:cNvSpPr txBox="1"/>
          <p:nvPr/>
        </p:nvSpPr>
        <p:spPr>
          <a:xfrm>
            <a:off x="1761883" y="2896683"/>
            <a:ext cx="1321364" cy="24622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cap="none" spc="0" normalizeH="0" baseline="0" noProof="0" dirty="0">
                <a:ln>
                  <a:noFill/>
                </a:ln>
                <a:solidFill>
                  <a:prstClr val="white"/>
                </a:solidFill>
                <a:effectLst/>
                <a:uLnTx/>
                <a:uFillTx/>
                <a:cs typeface="+mn-ea"/>
                <a:sym typeface="+mn-lt"/>
              </a:rPr>
              <a:t>Input Date Here</a:t>
            </a:r>
          </a:p>
        </p:txBody>
      </p:sp>
      <p:sp>
        <p:nvSpPr>
          <p:cNvPr id="31" name="文本框 30">
            <a:extLst>
              <a:ext uri="{FF2B5EF4-FFF2-40B4-BE49-F238E27FC236}">
                <a16:creationId xmlns:a16="http://schemas.microsoft.com/office/drawing/2014/main" id="{ED136EFA-A742-4077-8277-B2449D17C535}"/>
              </a:ext>
            </a:extLst>
          </p:cNvPr>
          <p:cNvSpPr txBox="1"/>
          <p:nvPr/>
        </p:nvSpPr>
        <p:spPr>
          <a:xfrm>
            <a:off x="4926449" y="5709662"/>
            <a:ext cx="233910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44546A"/>
                </a:solidFill>
                <a:effectLst/>
                <a:uLnTx/>
                <a:uFillTx/>
                <a:cs typeface="+mn-ea"/>
                <a:sym typeface="+mn-lt"/>
              </a:rPr>
              <a:t>食物数据表设计</a:t>
            </a:r>
          </a:p>
        </p:txBody>
      </p:sp>
      <p:sp>
        <p:nvSpPr>
          <p:cNvPr id="34" name="文本框 33">
            <a:extLst>
              <a:ext uri="{FF2B5EF4-FFF2-40B4-BE49-F238E27FC236}">
                <a16:creationId xmlns:a16="http://schemas.microsoft.com/office/drawing/2014/main" id="{8CF3ACAD-58DD-43A3-8385-14F9FDA155E0}"/>
              </a:ext>
            </a:extLst>
          </p:cNvPr>
          <p:cNvSpPr txBox="1"/>
          <p:nvPr/>
        </p:nvSpPr>
        <p:spPr>
          <a:xfrm>
            <a:off x="4962962" y="6249939"/>
            <a:ext cx="2339102"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chemeClr val="bg1">
                    <a:lumMod val="75000"/>
                  </a:schemeClr>
                </a:solidFill>
                <a:effectLst/>
                <a:uLnTx/>
                <a:uFillTx/>
                <a:cs typeface="+mn-ea"/>
                <a:sym typeface="+mn-lt"/>
              </a:rPr>
              <a:t>Food data sheet design</a:t>
            </a:r>
            <a:endParaRPr kumimoji="1" lang="zh-CN" altLang="en-US" sz="1400" b="0" i="0" u="none" strike="noStrike" kern="1200" cap="none" spc="0" normalizeH="0" baseline="0" noProof="0" dirty="0">
              <a:ln>
                <a:noFill/>
              </a:ln>
              <a:solidFill>
                <a:schemeClr val="bg1">
                  <a:lumMod val="75000"/>
                </a:schemeClr>
              </a:solidFill>
              <a:effectLst/>
              <a:uLnTx/>
              <a:uFillTx/>
              <a:cs typeface="+mn-ea"/>
              <a:sym typeface="+mn-lt"/>
            </a:endParaRPr>
          </a:p>
        </p:txBody>
      </p:sp>
      <p:pic>
        <p:nvPicPr>
          <p:cNvPr id="4" name="图片 3">
            <a:extLst>
              <a:ext uri="{FF2B5EF4-FFF2-40B4-BE49-F238E27FC236}">
                <a16:creationId xmlns:a16="http://schemas.microsoft.com/office/drawing/2014/main" id="{E8B1AD40-59EA-4F0A-8063-EB2A641621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4761" y="383228"/>
            <a:ext cx="6034602" cy="2680290"/>
          </a:xfrm>
          <a:prstGeom prst="rect">
            <a:avLst/>
          </a:prstGeom>
        </p:spPr>
      </p:pic>
      <p:pic>
        <p:nvPicPr>
          <p:cNvPr id="8" name="图片 7">
            <a:extLst>
              <a:ext uri="{FF2B5EF4-FFF2-40B4-BE49-F238E27FC236}">
                <a16:creationId xmlns:a16="http://schemas.microsoft.com/office/drawing/2014/main" id="{D99DA9D6-82C5-42A7-B392-6C940082C8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252" y="1332705"/>
            <a:ext cx="4982253" cy="1563978"/>
          </a:xfrm>
          <a:prstGeom prst="rect">
            <a:avLst/>
          </a:prstGeom>
        </p:spPr>
      </p:pic>
      <p:pic>
        <p:nvPicPr>
          <p:cNvPr id="10" name="图片 9">
            <a:extLst>
              <a:ext uri="{FF2B5EF4-FFF2-40B4-BE49-F238E27FC236}">
                <a16:creationId xmlns:a16="http://schemas.microsoft.com/office/drawing/2014/main" id="{3E490DD7-79DC-4CF0-853B-95F522BA0A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911" y="2927505"/>
            <a:ext cx="6034602" cy="2553101"/>
          </a:xfrm>
          <a:prstGeom prst="rect">
            <a:avLst/>
          </a:prstGeom>
        </p:spPr>
      </p:pic>
      <p:pic>
        <p:nvPicPr>
          <p:cNvPr id="12" name="图片 11">
            <a:extLst>
              <a:ext uri="{FF2B5EF4-FFF2-40B4-BE49-F238E27FC236}">
                <a16:creationId xmlns:a16="http://schemas.microsoft.com/office/drawing/2014/main" id="{8DA26FE8-D60C-4597-A87A-9B0673FA74F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3212770"/>
            <a:ext cx="5900139" cy="2118583"/>
          </a:xfrm>
          <a:prstGeom prst="rect">
            <a:avLst/>
          </a:prstGeom>
        </p:spPr>
      </p:pic>
    </p:spTree>
    <p:extLst>
      <p:ext uri="{BB962C8B-B14F-4D97-AF65-F5344CB8AC3E}">
        <p14:creationId xmlns:p14="http://schemas.microsoft.com/office/powerpoint/2010/main" val="181271698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7"/>
            <a:ext cx="172354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dirty="0">
                <a:solidFill>
                  <a:srgbClr val="44546A"/>
                </a:solidFill>
                <a:cs typeface="+mn-ea"/>
                <a:sym typeface="+mn-lt"/>
              </a:rPr>
              <a:t>登录流程图</a:t>
            </a:r>
            <a:endParaRPr kumimoji="1" lang="zh-CN" altLang="en-US" sz="2400" b="0" i="0" u="none" strike="noStrike" kern="1200" cap="none" spc="0" normalizeH="0" baseline="0" noProof="0" dirty="0">
              <a:ln>
                <a:noFill/>
              </a:ln>
              <a:solidFill>
                <a:srgbClr val="44546A"/>
              </a:solidFill>
              <a:effectLst/>
              <a:uLnTx/>
              <a:uFillTx/>
              <a:cs typeface="+mn-ea"/>
              <a:sym typeface="+mn-lt"/>
            </a:endParaRPr>
          </a:p>
        </p:txBody>
      </p:sp>
      <p:sp>
        <p:nvSpPr>
          <p:cNvPr id="5" name="文本框 4">
            <a:extLst>
              <a:ext uri="{FF2B5EF4-FFF2-40B4-BE49-F238E27FC236}">
                <a16:creationId xmlns:a16="http://schemas.microsoft.com/office/drawing/2014/main" id="{BA27805B-EFFF-E84F-9C9B-26153B51D9DB}"/>
              </a:ext>
            </a:extLst>
          </p:cNvPr>
          <p:cNvSpPr txBox="1"/>
          <p:nvPr/>
        </p:nvSpPr>
        <p:spPr>
          <a:xfrm>
            <a:off x="1772157" y="2342730"/>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0" i="0" u="none" strike="noStrike" kern="1200" cap="none" spc="0" normalizeH="0" baseline="0" noProof="0" dirty="0">
                <a:ln>
                  <a:noFill/>
                </a:ln>
                <a:solidFill>
                  <a:prstClr val="white"/>
                </a:solidFill>
                <a:effectLst/>
                <a:uLnTx/>
                <a:uFillTx/>
                <a:cs typeface="+mn-ea"/>
                <a:sym typeface="+mn-lt"/>
              </a:rPr>
              <a:t>2,780.18</a:t>
            </a:r>
            <a:endParaRPr kumimoji="1" lang="zh-CN" altLang="en-US" sz="3200" b="0" i="0" u="none" strike="noStrike" kern="1200" cap="none" spc="0" normalizeH="0" baseline="0" noProof="0" dirty="0">
              <a:ln>
                <a:noFill/>
              </a:ln>
              <a:solidFill>
                <a:prstClr val="white"/>
              </a:solidFill>
              <a:effectLst/>
              <a:uLnTx/>
              <a:uFillTx/>
              <a:cs typeface="+mn-ea"/>
              <a:sym typeface="+mn-lt"/>
            </a:endParaRPr>
          </a:p>
        </p:txBody>
      </p:sp>
      <p:sp>
        <p:nvSpPr>
          <p:cNvPr id="6" name="文本框 5">
            <a:extLst>
              <a:ext uri="{FF2B5EF4-FFF2-40B4-BE49-F238E27FC236}">
                <a16:creationId xmlns:a16="http://schemas.microsoft.com/office/drawing/2014/main" id="{DF120390-9F37-7E4A-A4A6-75FC783D9365}"/>
              </a:ext>
            </a:extLst>
          </p:cNvPr>
          <p:cNvSpPr txBox="1"/>
          <p:nvPr/>
        </p:nvSpPr>
        <p:spPr>
          <a:xfrm>
            <a:off x="1761883" y="2896683"/>
            <a:ext cx="1321364" cy="24622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cap="none" spc="0" normalizeH="0" baseline="0" noProof="0" dirty="0">
                <a:ln>
                  <a:noFill/>
                </a:ln>
                <a:solidFill>
                  <a:prstClr val="white"/>
                </a:solidFill>
                <a:effectLst/>
                <a:uLnTx/>
                <a:uFillTx/>
                <a:cs typeface="+mn-ea"/>
                <a:sym typeface="+mn-lt"/>
              </a:rPr>
              <a:t>Input Date Here</a:t>
            </a:r>
          </a:p>
        </p:txBody>
      </p:sp>
      <p:sp>
        <p:nvSpPr>
          <p:cNvPr id="31" name="文本框 30">
            <a:extLst>
              <a:ext uri="{FF2B5EF4-FFF2-40B4-BE49-F238E27FC236}">
                <a16:creationId xmlns:a16="http://schemas.microsoft.com/office/drawing/2014/main" id="{ED136EFA-A742-4077-8277-B2449D17C535}"/>
              </a:ext>
            </a:extLst>
          </p:cNvPr>
          <p:cNvSpPr txBox="1"/>
          <p:nvPr/>
        </p:nvSpPr>
        <p:spPr>
          <a:xfrm>
            <a:off x="1680254" y="3019793"/>
            <a:ext cx="326243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44546A"/>
                </a:solidFill>
                <a:effectLst/>
                <a:uLnTx/>
                <a:uFillTx/>
                <a:cs typeface="+mn-ea"/>
                <a:sym typeface="+mn-lt"/>
              </a:rPr>
              <a:t>获取用户信息授权登录</a:t>
            </a:r>
          </a:p>
        </p:txBody>
      </p:sp>
      <p:sp>
        <p:nvSpPr>
          <p:cNvPr id="34" name="文本框 33">
            <a:extLst>
              <a:ext uri="{FF2B5EF4-FFF2-40B4-BE49-F238E27FC236}">
                <a16:creationId xmlns:a16="http://schemas.microsoft.com/office/drawing/2014/main" id="{8CF3ACAD-58DD-43A3-8385-14F9FDA155E0}"/>
              </a:ext>
            </a:extLst>
          </p:cNvPr>
          <p:cNvSpPr txBox="1"/>
          <p:nvPr/>
        </p:nvSpPr>
        <p:spPr>
          <a:xfrm>
            <a:off x="1741538" y="3437522"/>
            <a:ext cx="342049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chemeClr val="bg1">
                    <a:lumMod val="75000"/>
                  </a:schemeClr>
                </a:solidFill>
                <a:effectLst/>
                <a:uLnTx/>
                <a:uFillTx/>
                <a:cs typeface="+mn-ea"/>
                <a:sym typeface="+mn-lt"/>
              </a:rPr>
              <a:t>Obtain user information to authorize login</a:t>
            </a:r>
            <a:endParaRPr kumimoji="1" lang="zh-CN" altLang="en-US" sz="1400" b="0" i="0" u="none" strike="noStrike" kern="1200" cap="none" spc="0" normalizeH="0" baseline="0" noProof="0" dirty="0">
              <a:ln>
                <a:noFill/>
              </a:ln>
              <a:solidFill>
                <a:schemeClr val="bg1">
                  <a:lumMod val="75000"/>
                </a:schemeClr>
              </a:solidFill>
              <a:effectLst/>
              <a:uLnTx/>
              <a:uFillTx/>
              <a:cs typeface="+mn-ea"/>
              <a:sym typeface="+mn-lt"/>
            </a:endParaRPr>
          </a:p>
        </p:txBody>
      </p:sp>
      <p:pic>
        <p:nvPicPr>
          <p:cNvPr id="10" name="图片 9" descr="IMG_256">
            <a:extLst>
              <a:ext uri="{FF2B5EF4-FFF2-40B4-BE49-F238E27FC236}">
                <a16:creationId xmlns:a16="http://schemas.microsoft.com/office/drawing/2014/main" id="{2B88DB8C-EECB-4843-9DAB-E95ECE31ACD8}"/>
              </a:ext>
            </a:extLst>
          </p:cNvPr>
          <p:cNvPicPr>
            <a:picLocks noChangeAspect="1"/>
          </p:cNvPicPr>
          <p:nvPr/>
        </p:nvPicPr>
        <p:blipFill>
          <a:blip r:embed="rId3"/>
          <a:stretch>
            <a:fillRect/>
          </a:stretch>
        </p:blipFill>
        <p:spPr>
          <a:xfrm>
            <a:off x="6193797" y="699172"/>
            <a:ext cx="5484495" cy="5561741"/>
          </a:xfrm>
          <a:prstGeom prst="rect">
            <a:avLst/>
          </a:prstGeom>
          <a:noFill/>
          <a:ln w="9525">
            <a:noFill/>
          </a:ln>
        </p:spPr>
      </p:pic>
    </p:spTree>
    <p:extLst>
      <p:ext uri="{BB962C8B-B14F-4D97-AF65-F5344CB8AC3E}">
        <p14:creationId xmlns:p14="http://schemas.microsoft.com/office/powerpoint/2010/main" val="282907563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a:extLst>
              <a:ext uri="{FF2B5EF4-FFF2-40B4-BE49-F238E27FC236}">
                <a16:creationId xmlns:a16="http://schemas.microsoft.com/office/drawing/2014/main" id="{77DAC8EB-FA83-7E4C-AF62-241BA0588B17}"/>
              </a:ext>
            </a:extLst>
          </p:cNvPr>
          <p:cNvSpPr/>
          <p:nvPr/>
        </p:nvSpPr>
        <p:spPr>
          <a:xfrm>
            <a:off x="5070393" y="668411"/>
            <a:ext cx="2160000" cy="216000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圆角矩形 2">
            <a:extLst>
              <a:ext uri="{FF2B5EF4-FFF2-40B4-BE49-F238E27FC236}">
                <a16:creationId xmlns:a16="http://schemas.microsoft.com/office/drawing/2014/main" id="{87BF9EF1-4524-664B-B4E4-F19DF76D9A44}"/>
              </a:ext>
            </a:extLst>
          </p:cNvPr>
          <p:cNvSpPr/>
          <p:nvPr/>
        </p:nvSpPr>
        <p:spPr>
          <a:xfrm>
            <a:off x="4507730" y="1424652"/>
            <a:ext cx="243152" cy="243152"/>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圆角矩形 3">
            <a:extLst>
              <a:ext uri="{FF2B5EF4-FFF2-40B4-BE49-F238E27FC236}">
                <a16:creationId xmlns:a16="http://schemas.microsoft.com/office/drawing/2014/main" id="{0B261106-7C4E-5C45-85CE-F2A206EC566B}"/>
              </a:ext>
            </a:extLst>
          </p:cNvPr>
          <p:cNvSpPr/>
          <p:nvPr/>
        </p:nvSpPr>
        <p:spPr>
          <a:xfrm>
            <a:off x="4750882" y="1887516"/>
            <a:ext cx="127491" cy="127491"/>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 name="圆角矩形 4">
            <a:extLst>
              <a:ext uri="{FF2B5EF4-FFF2-40B4-BE49-F238E27FC236}">
                <a16:creationId xmlns:a16="http://schemas.microsoft.com/office/drawing/2014/main" id="{DA32410C-A7A8-484A-9119-0B7FF46D9A48}"/>
              </a:ext>
            </a:extLst>
          </p:cNvPr>
          <p:cNvSpPr/>
          <p:nvPr/>
        </p:nvSpPr>
        <p:spPr>
          <a:xfrm>
            <a:off x="7318469" y="1320858"/>
            <a:ext cx="209070" cy="20907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文本框 5">
            <a:extLst>
              <a:ext uri="{FF2B5EF4-FFF2-40B4-BE49-F238E27FC236}">
                <a16:creationId xmlns:a16="http://schemas.microsoft.com/office/drawing/2014/main" id="{ADE6D4DB-97A7-664D-A539-41472511B747}"/>
              </a:ext>
            </a:extLst>
          </p:cNvPr>
          <p:cNvSpPr txBox="1"/>
          <p:nvPr/>
        </p:nvSpPr>
        <p:spPr>
          <a:xfrm>
            <a:off x="5281898" y="1565553"/>
            <a:ext cx="1798045" cy="52322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srgbClr val="44546A"/>
                </a:solidFill>
                <a:effectLst/>
                <a:uLnTx/>
                <a:uFillTx/>
                <a:cs typeface="+mn-ea"/>
                <a:sym typeface="+mn-lt"/>
              </a:rPr>
              <a:t>第</a:t>
            </a:r>
            <a:r>
              <a:rPr kumimoji="1" lang="zh-CN" altLang="en-US" sz="2800" dirty="0">
                <a:solidFill>
                  <a:srgbClr val="44546A"/>
                </a:solidFill>
                <a:cs typeface="+mn-ea"/>
                <a:sym typeface="+mn-lt"/>
              </a:rPr>
              <a:t>四</a:t>
            </a:r>
            <a:r>
              <a:rPr kumimoji="1" lang="zh-CN" altLang="en-US" sz="2800" b="0" i="0" u="none" strike="noStrike" kern="1200" cap="none" spc="0" normalizeH="0" baseline="0" noProof="0" dirty="0">
                <a:ln>
                  <a:noFill/>
                </a:ln>
                <a:solidFill>
                  <a:srgbClr val="44546A"/>
                </a:solidFill>
                <a:effectLst/>
                <a:uLnTx/>
                <a:uFillTx/>
                <a:cs typeface="+mn-ea"/>
                <a:sym typeface="+mn-lt"/>
              </a:rPr>
              <a:t>部分</a:t>
            </a:r>
          </a:p>
        </p:txBody>
      </p:sp>
      <p:sp>
        <p:nvSpPr>
          <p:cNvPr id="7" name="文本框 6">
            <a:extLst>
              <a:ext uri="{FF2B5EF4-FFF2-40B4-BE49-F238E27FC236}">
                <a16:creationId xmlns:a16="http://schemas.microsoft.com/office/drawing/2014/main" id="{2AA5CD6C-CEAA-2F4F-84CB-CDF42E3F6FB0}"/>
              </a:ext>
            </a:extLst>
          </p:cNvPr>
          <p:cNvSpPr txBox="1"/>
          <p:nvPr/>
        </p:nvSpPr>
        <p:spPr>
          <a:xfrm>
            <a:off x="5293773" y="1998761"/>
            <a:ext cx="1774295"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1600" b="0" i="0" u="none" strike="noStrike" kern="1200" cap="none" spc="0" normalizeH="0" baseline="0" noProof="0" dirty="0">
                <a:ln>
                  <a:noFill/>
                </a:ln>
                <a:solidFill>
                  <a:srgbClr val="44546A"/>
                </a:solidFill>
                <a:effectLst/>
                <a:uLnTx/>
                <a:uFillTx/>
                <a:cs typeface="+mn-ea"/>
                <a:sym typeface="+mn-lt"/>
              </a:rPr>
              <a:t>PART</a:t>
            </a:r>
            <a:r>
              <a:rPr kumimoji="1" lang="zh-CN" altLang="en-US" sz="1600" b="0" i="0" u="none" strike="noStrike" kern="1200" cap="none" spc="0" normalizeH="0" baseline="0" noProof="0" dirty="0">
                <a:ln>
                  <a:noFill/>
                </a:ln>
                <a:solidFill>
                  <a:srgbClr val="44546A"/>
                </a:solidFill>
                <a:effectLst/>
                <a:uLnTx/>
                <a:uFillTx/>
                <a:cs typeface="+mn-ea"/>
                <a:sym typeface="+mn-lt"/>
              </a:rPr>
              <a:t> </a:t>
            </a:r>
            <a:r>
              <a:rPr kumimoji="1" lang="en-US" altLang="zh-CN" sz="1600" b="0" i="0" u="none" strike="noStrike" kern="1200" cap="none" spc="0" normalizeH="0" baseline="0" noProof="0" dirty="0">
                <a:ln>
                  <a:noFill/>
                </a:ln>
                <a:solidFill>
                  <a:srgbClr val="44546A"/>
                </a:solidFill>
                <a:effectLst/>
                <a:uLnTx/>
                <a:uFillTx/>
                <a:cs typeface="+mn-ea"/>
                <a:sym typeface="+mn-lt"/>
              </a:rPr>
              <a:t>04</a:t>
            </a:r>
            <a:endParaRPr kumimoji="1" lang="zh-CN" altLang="en-US" sz="1600" b="0" i="0" u="none" strike="noStrike" kern="1200" cap="none" spc="0" normalizeH="0" baseline="0" noProof="0" dirty="0">
              <a:ln>
                <a:noFill/>
              </a:ln>
              <a:solidFill>
                <a:srgbClr val="44546A"/>
              </a:solidFill>
              <a:effectLst/>
              <a:uLnTx/>
              <a:uFillTx/>
              <a:cs typeface="+mn-ea"/>
              <a:sym typeface="+mn-lt"/>
            </a:endParaRPr>
          </a:p>
        </p:txBody>
      </p:sp>
      <p:sp>
        <p:nvSpPr>
          <p:cNvPr id="8" name="文本框 7">
            <a:extLst>
              <a:ext uri="{FF2B5EF4-FFF2-40B4-BE49-F238E27FC236}">
                <a16:creationId xmlns:a16="http://schemas.microsoft.com/office/drawing/2014/main" id="{0CEEC32F-A461-E14B-BA72-2A0A3033AF09}"/>
              </a:ext>
            </a:extLst>
          </p:cNvPr>
          <p:cNvSpPr txBox="1"/>
          <p:nvPr/>
        </p:nvSpPr>
        <p:spPr>
          <a:xfrm>
            <a:off x="3095710" y="2770523"/>
            <a:ext cx="6109365" cy="1107996"/>
          </a:xfrm>
          <a:prstGeom prst="rect">
            <a:avLst/>
          </a:prstGeom>
          <a:noFill/>
        </p:spPr>
        <p:txBody>
          <a:bodyPr wrap="none" rtlCol="0">
            <a:spAutoFit/>
          </a:bodyPr>
          <a:lstStyle/>
          <a:p>
            <a:pPr lvl="0">
              <a:defRPr/>
            </a:pPr>
            <a:r>
              <a:rPr kumimoji="1" lang="zh-CN" altLang="en-US" sz="6600" dirty="0">
                <a:solidFill>
                  <a:srgbClr val="44546A"/>
                </a:solidFill>
                <a:cs typeface="+mn-ea"/>
                <a:sym typeface="+mn-lt"/>
              </a:rPr>
              <a:t>作品展示和介绍</a:t>
            </a:r>
          </a:p>
        </p:txBody>
      </p:sp>
      <p:sp>
        <p:nvSpPr>
          <p:cNvPr id="9" name="文本框 8">
            <a:extLst>
              <a:ext uri="{FF2B5EF4-FFF2-40B4-BE49-F238E27FC236}">
                <a16:creationId xmlns:a16="http://schemas.microsoft.com/office/drawing/2014/main" id="{473DBF93-FD30-194C-B730-87857EF96E77}"/>
              </a:ext>
            </a:extLst>
          </p:cNvPr>
          <p:cNvSpPr txBox="1"/>
          <p:nvPr/>
        </p:nvSpPr>
        <p:spPr>
          <a:xfrm>
            <a:off x="2944894" y="3878519"/>
            <a:ext cx="6472052" cy="253916"/>
          </a:xfrm>
          <a:prstGeom prst="rect">
            <a:avLst/>
          </a:prstGeom>
          <a:noFill/>
        </p:spPr>
        <p:txBody>
          <a:bodyPr wrap="square" rtlCol="0">
            <a:spAutoFit/>
          </a:bodyPr>
          <a:lstStyle/>
          <a:p>
            <a:pPr lvl="0" algn="ctr">
              <a:defRPr/>
            </a:pPr>
            <a:r>
              <a:rPr lang="en-US" altLang="zh-CN" sz="1050" dirty="0">
                <a:solidFill>
                  <a:prstClr val="black">
                    <a:lumMod val="50000"/>
                    <a:lumOff val="50000"/>
                  </a:prstClr>
                </a:solidFill>
                <a:cs typeface="+mn-ea"/>
                <a:sym typeface="+mn-lt"/>
              </a:rPr>
              <a:t>Exhibition and presentation of works</a:t>
            </a:r>
            <a:endParaRPr lang="en" altLang="zh-CN" sz="1050" dirty="0">
              <a:solidFill>
                <a:prstClr val="black">
                  <a:lumMod val="50000"/>
                  <a:lumOff val="50000"/>
                </a:prstClr>
              </a:solidFill>
              <a:cs typeface="+mn-ea"/>
              <a:sym typeface="+mn-lt"/>
            </a:endParaRPr>
          </a:p>
        </p:txBody>
      </p:sp>
    </p:spTree>
    <p:extLst>
      <p:ext uri="{BB962C8B-B14F-4D97-AF65-F5344CB8AC3E}">
        <p14:creationId xmlns:p14="http://schemas.microsoft.com/office/powerpoint/2010/main" val="77610219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7"/>
            <a:ext cx="2339102" cy="461665"/>
          </a:xfrm>
          <a:prstGeom prst="rect">
            <a:avLst/>
          </a:prstGeom>
          <a:noFill/>
        </p:spPr>
        <p:txBody>
          <a:bodyPr wrap="none" rtlCol="0">
            <a:spAutoFit/>
          </a:bodyPr>
          <a:lstStyle/>
          <a:p>
            <a:pPr lvl="0">
              <a:defRPr/>
            </a:pPr>
            <a:r>
              <a:rPr kumimoji="1" lang="zh-CN" altLang="en-US" sz="2400" dirty="0">
                <a:solidFill>
                  <a:srgbClr val="44546A"/>
                </a:solidFill>
                <a:cs typeface="+mn-ea"/>
                <a:sym typeface="+mn-lt"/>
              </a:rPr>
              <a:t>作品展示和介绍</a:t>
            </a:r>
          </a:p>
        </p:txBody>
      </p:sp>
      <p:sp>
        <p:nvSpPr>
          <p:cNvPr id="5" name="文本框 4">
            <a:extLst>
              <a:ext uri="{FF2B5EF4-FFF2-40B4-BE49-F238E27FC236}">
                <a16:creationId xmlns:a16="http://schemas.microsoft.com/office/drawing/2014/main" id="{BA27805B-EFFF-E84F-9C9B-26153B51D9DB}"/>
              </a:ext>
            </a:extLst>
          </p:cNvPr>
          <p:cNvSpPr txBox="1"/>
          <p:nvPr/>
        </p:nvSpPr>
        <p:spPr>
          <a:xfrm>
            <a:off x="2463037" y="2334208"/>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0" i="0" u="none" strike="noStrike" kern="1200" cap="none" spc="0" normalizeH="0" baseline="0" noProof="0" dirty="0">
                <a:ln>
                  <a:noFill/>
                </a:ln>
                <a:solidFill>
                  <a:prstClr val="white"/>
                </a:solidFill>
                <a:effectLst/>
                <a:uLnTx/>
                <a:uFillTx/>
                <a:cs typeface="+mn-ea"/>
                <a:sym typeface="+mn-lt"/>
              </a:rPr>
              <a:t>2,780.18</a:t>
            </a:r>
            <a:endParaRPr kumimoji="1" lang="zh-CN" altLang="en-US" sz="3200" b="0" i="0" u="none" strike="noStrike" kern="1200" cap="none" spc="0" normalizeH="0" baseline="0" noProof="0" dirty="0">
              <a:ln>
                <a:noFill/>
              </a:ln>
              <a:solidFill>
                <a:prstClr val="white"/>
              </a:solidFill>
              <a:effectLst/>
              <a:uLnTx/>
              <a:uFillTx/>
              <a:cs typeface="+mn-ea"/>
              <a:sym typeface="+mn-lt"/>
            </a:endParaRPr>
          </a:p>
        </p:txBody>
      </p:sp>
      <p:sp>
        <p:nvSpPr>
          <p:cNvPr id="6" name="文本框 5">
            <a:extLst>
              <a:ext uri="{FF2B5EF4-FFF2-40B4-BE49-F238E27FC236}">
                <a16:creationId xmlns:a16="http://schemas.microsoft.com/office/drawing/2014/main" id="{DF120390-9F37-7E4A-A4A6-75FC783D9365}"/>
              </a:ext>
            </a:extLst>
          </p:cNvPr>
          <p:cNvSpPr txBox="1"/>
          <p:nvPr/>
        </p:nvSpPr>
        <p:spPr>
          <a:xfrm>
            <a:off x="2452763" y="2888161"/>
            <a:ext cx="1321364" cy="24622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cap="none" spc="0" normalizeH="0" baseline="0" noProof="0" dirty="0">
                <a:ln>
                  <a:noFill/>
                </a:ln>
                <a:solidFill>
                  <a:prstClr val="white"/>
                </a:solidFill>
                <a:effectLst/>
                <a:uLnTx/>
                <a:uFillTx/>
                <a:cs typeface="+mn-ea"/>
                <a:sym typeface="+mn-lt"/>
              </a:rPr>
              <a:t>Input Date Here</a:t>
            </a:r>
          </a:p>
        </p:txBody>
      </p:sp>
      <p:sp>
        <p:nvSpPr>
          <p:cNvPr id="31" name="文本框 30">
            <a:extLst>
              <a:ext uri="{FF2B5EF4-FFF2-40B4-BE49-F238E27FC236}">
                <a16:creationId xmlns:a16="http://schemas.microsoft.com/office/drawing/2014/main" id="{ED136EFA-A742-4077-8277-B2449D17C535}"/>
              </a:ext>
            </a:extLst>
          </p:cNvPr>
          <p:cNvSpPr txBox="1"/>
          <p:nvPr/>
        </p:nvSpPr>
        <p:spPr>
          <a:xfrm>
            <a:off x="2371134" y="3011271"/>
            <a:ext cx="163057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44546A"/>
                </a:solidFill>
                <a:effectLst/>
                <a:uLnTx/>
                <a:uFillTx/>
                <a:cs typeface="+mn-ea"/>
                <a:sym typeface="+mn-lt"/>
              </a:rPr>
              <a:t>轻</a:t>
            </a:r>
            <a:r>
              <a:rPr kumimoji="1" lang="en-US" altLang="zh-CN" sz="2400" dirty="0">
                <a:solidFill>
                  <a:srgbClr val="44546A"/>
                </a:solidFill>
                <a:cs typeface="+mn-ea"/>
                <a:sym typeface="+mn-lt"/>
              </a:rPr>
              <a:t>L</a:t>
            </a:r>
            <a:r>
              <a:rPr kumimoji="1" lang="en-US" altLang="zh-CN" sz="2400" b="0" i="0" u="none" strike="noStrike" kern="1200" cap="none" spc="0" normalizeH="0" baseline="0" noProof="0" dirty="0" err="1">
                <a:ln>
                  <a:noFill/>
                </a:ln>
                <a:solidFill>
                  <a:srgbClr val="44546A"/>
                </a:solidFill>
                <a:effectLst/>
                <a:uLnTx/>
                <a:uFillTx/>
                <a:cs typeface="+mn-ea"/>
                <a:sym typeface="+mn-lt"/>
              </a:rPr>
              <a:t>ife</a:t>
            </a:r>
            <a:r>
              <a:rPr kumimoji="1" lang="zh-CN" altLang="en-US" sz="2400" b="0" i="0" u="none" strike="noStrike" kern="1200" cap="none" spc="0" normalizeH="0" baseline="0" noProof="0" dirty="0">
                <a:ln>
                  <a:noFill/>
                </a:ln>
                <a:solidFill>
                  <a:srgbClr val="44546A"/>
                </a:solidFill>
                <a:effectLst/>
                <a:uLnTx/>
                <a:uFillTx/>
                <a:cs typeface="+mn-ea"/>
                <a:sym typeface="+mn-lt"/>
              </a:rPr>
              <a:t>首页</a:t>
            </a:r>
          </a:p>
        </p:txBody>
      </p:sp>
      <p:sp>
        <p:nvSpPr>
          <p:cNvPr id="34" name="文本框 33">
            <a:extLst>
              <a:ext uri="{FF2B5EF4-FFF2-40B4-BE49-F238E27FC236}">
                <a16:creationId xmlns:a16="http://schemas.microsoft.com/office/drawing/2014/main" id="{8CF3ACAD-58DD-43A3-8385-14F9FDA155E0}"/>
              </a:ext>
            </a:extLst>
          </p:cNvPr>
          <p:cNvSpPr txBox="1"/>
          <p:nvPr/>
        </p:nvSpPr>
        <p:spPr>
          <a:xfrm>
            <a:off x="2371458" y="3429000"/>
            <a:ext cx="342049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chemeClr val="bg1">
                    <a:lumMod val="75000"/>
                  </a:schemeClr>
                </a:solidFill>
                <a:effectLst/>
                <a:uLnTx/>
                <a:uFillTx/>
                <a:cs typeface="+mn-ea"/>
                <a:sym typeface="+mn-lt"/>
              </a:rPr>
              <a:t>Light Life homepage</a:t>
            </a:r>
            <a:endParaRPr kumimoji="1" lang="zh-CN" altLang="en-US" sz="1400" b="0" i="0" u="none" strike="noStrike" kern="1200" cap="none" spc="0" normalizeH="0" baseline="0" noProof="0" dirty="0">
              <a:ln>
                <a:noFill/>
              </a:ln>
              <a:solidFill>
                <a:schemeClr val="bg1">
                  <a:lumMod val="75000"/>
                </a:schemeClr>
              </a:solidFill>
              <a:effectLst/>
              <a:uLnTx/>
              <a:uFillTx/>
              <a:cs typeface="+mn-ea"/>
              <a:sym typeface="+mn-lt"/>
            </a:endParaRPr>
          </a:p>
        </p:txBody>
      </p:sp>
      <p:pic>
        <p:nvPicPr>
          <p:cNvPr id="8" name="图片 7">
            <a:extLst>
              <a:ext uri="{FF2B5EF4-FFF2-40B4-BE49-F238E27FC236}">
                <a16:creationId xmlns:a16="http://schemas.microsoft.com/office/drawing/2014/main" id="{8098009D-534F-429D-B2EC-C6D97A7C2C35}"/>
              </a:ext>
            </a:extLst>
          </p:cNvPr>
          <p:cNvPicPr>
            <a:picLocks noChangeAspect="1"/>
          </p:cNvPicPr>
          <p:nvPr/>
        </p:nvPicPr>
        <p:blipFill>
          <a:blip r:embed="rId3"/>
          <a:stretch>
            <a:fillRect/>
          </a:stretch>
        </p:blipFill>
        <p:spPr>
          <a:xfrm>
            <a:off x="7682491" y="902045"/>
            <a:ext cx="2869571" cy="5158825"/>
          </a:xfrm>
          <a:prstGeom prst="rect">
            <a:avLst/>
          </a:prstGeom>
          <a:noFill/>
          <a:ln>
            <a:noFill/>
          </a:ln>
          <a:effectLst>
            <a:outerShdw blurRad="76200" dist="50800" dir="5400000" algn="t" rotWithShape="0">
              <a:prstClr val="black">
                <a:alpha val="40000"/>
              </a:prstClr>
            </a:outerShdw>
          </a:effectLst>
        </p:spPr>
      </p:pic>
    </p:spTree>
    <p:extLst>
      <p:ext uri="{BB962C8B-B14F-4D97-AF65-F5344CB8AC3E}">
        <p14:creationId xmlns:p14="http://schemas.microsoft.com/office/powerpoint/2010/main" val="125789662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7"/>
            <a:ext cx="2339102" cy="461665"/>
          </a:xfrm>
          <a:prstGeom prst="rect">
            <a:avLst/>
          </a:prstGeom>
          <a:noFill/>
        </p:spPr>
        <p:txBody>
          <a:bodyPr wrap="none" rtlCol="0">
            <a:spAutoFit/>
          </a:bodyPr>
          <a:lstStyle/>
          <a:p>
            <a:pPr lvl="0">
              <a:defRPr/>
            </a:pPr>
            <a:r>
              <a:rPr kumimoji="1" lang="zh-CN" altLang="en-US" sz="2400" dirty="0">
                <a:solidFill>
                  <a:srgbClr val="44546A"/>
                </a:solidFill>
                <a:cs typeface="+mn-ea"/>
                <a:sym typeface="+mn-lt"/>
              </a:rPr>
              <a:t>作品展示和介绍</a:t>
            </a:r>
          </a:p>
        </p:txBody>
      </p:sp>
      <p:sp>
        <p:nvSpPr>
          <p:cNvPr id="5" name="文本框 4">
            <a:extLst>
              <a:ext uri="{FF2B5EF4-FFF2-40B4-BE49-F238E27FC236}">
                <a16:creationId xmlns:a16="http://schemas.microsoft.com/office/drawing/2014/main" id="{BA27805B-EFFF-E84F-9C9B-26153B51D9DB}"/>
              </a:ext>
            </a:extLst>
          </p:cNvPr>
          <p:cNvSpPr txBox="1"/>
          <p:nvPr/>
        </p:nvSpPr>
        <p:spPr>
          <a:xfrm>
            <a:off x="2463037" y="2334208"/>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0" i="0" u="none" strike="noStrike" kern="1200" cap="none" spc="0" normalizeH="0" baseline="0" noProof="0" dirty="0">
                <a:ln>
                  <a:noFill/>
                </a:ln>
                <a:solidFill>
                  <a:prstClr val="white"/>
                </a:solidFill>
                <a:effectLst/>
                <a:uLnTx/>
                <a:uFillTx/>
                <a:cs typeface="+mn-ea"/>
                <a:sym typeface="+mn-lt"/>
              </a:rPr>
              <a:t>2,780.18</a:t>
            </a:r>
            <a:endParaRPr kumimoji="1" lang="zh-CN" altLang="en-US" sz="3200" b="0" i="0" u="none" strike="noStrike" kern="1200" cap="none" spc="0" normalizeH="0" baseline="0" noProof="0" dirty="0">
              <a:ln>
                <a:noFill/>
              </a:ln>
              <a:solidFill>
                <a:prstClr val="white"/>
              </a:solidFill>
              <a:effectLst/>
              <a:uLnTx/>
              <a:uFillTx/>
              <a:cs typeface="+mn-ea"/>
              <a:sym typeface="+mn-lt"/>
            </a:endParaRPr>
          </a:p>
        </p:txBody>
      </p:sp>
      <p:sp>
        <p:nvSpPr>
          <p:cNvPr id="6" name="文本框 5">
            <a:extLst>
              <a:ext uri="{FF2B5EF4-FFF2-40B4-BE49-F238E27FC236}">
                <a16:creationId xmlns:a16="http://schemas.microsoft.com/office/drawing/2014/main" id="{DF120390-9F37-7E4A-A4A6-75FC783D9365}"/>
              </a:ext>
            </a:extLst>
          </p:cNvPr>
          <p:cNvSpPr txBox="1"/>
          <p:nvPr/>
        </p:nvSpPr>
        <p:spPr>
          <a:xfrm>
            <a:off x="2452763" y="2888161"/>
            <a:ext cx="1321364" cy="24622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cap="none" spc="0" normalizeH="0" baseline="0" noProof="0" dirty="0">
                <a:ln>
                  <a:noFill/>
                </a:ln>
                <a:solidFill>
                  <a:prstClr val="white"/>
                </a:solidFill>
                <a:effectLst/>
                <a:uLnTx/>
                <a:uFillTx/>
                <a:cs typeface="+mn-ea"/>
                <a:sym typeface="+mn-lt"/>
              </a:rPr>
              <a:t>Input Date Here</a:t>
            </a:r>
          </a:p>
        </p:txBody>
      </p:sp>
      <p:sp>
        <p:nvSpPr>
          <p:cNvPr id="31" name="文本框 30">
            <a:extLst>
              <a:ext uri="{FF2B5EF4-FFF2-40B4-BE49-F238E27FC236}">
                <a16:creationId xmlns:a16="http://schemas.microsoft.com/office/drawing/2014/main" id="{ED136EFA-A742-4077-8277-B2449D17C535}"/>
              </a:ext>
            </a:extLst>
          </p:cNvPr>
          <p:cNvSpPr txBox="1"/>
          <p:nvPr/>
        </p:nvSpPr>
        <p:spPr>
          <a:xfrm>
            <a:off x="905683" y="1332001"/>
            <a:ext cx="14157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dirty="0">
                <a:solidFill>
                  <a:srgbClr val="44546A"/>
                </a:solidFill>
                <a:cs typeface="+mn-ea"/>
                <a:sym typeface="+mn-lt"/>
              </a:rPr>
              <a:t>点餐页面</a:t>
            </a:r>
            <a:endParaRPr kumimoji="1" lang="zh-CN" altLang="en-US" sz="2400" b="0" i="0" u="none" strike="noStrike" kern="1200" cap="none" spc="0" normalizeH="0" baseline="0" noProof="0" dirty="0">
              <a:ln>
                <a:noFill/>
              </a:ln>
              <a:solidFill>
                <a:srgbClr val="44546A"/>
              </a:solidFill>
              <a:effectLst/>
              <a:uLnTx/>
              <a:uFillTx/>
              <a:cs typeface="+mn-ea"/>
              <a:sym typeface="+mn-lt"/>
            </a:endParaRPr>
          </a:p>
        </p:txBody>
      </p:sp>
      <p:sp>
        <p:nvSpPr>
          <p:cNvPr id="34" name="文本框 33">
            <a:extLst>
              <a:ext uri="{FF2B5EF4-FFF2-40B4-BE49-F238E27FC236}">
                <a16:creationId xmlns:a16="http://schemas.microsoft.com/office/drawing/2014/main" id="{8CF3ACAD-58DD-43A3-8385-14F9FDA155E0}"/>
              </a:ext>
            </a:extLst>
          </p:cNvPr>
          <p:cNvSpPr txBox="1"/>
          <p:nvPr/>
        </p:nvSpPr>
        <p:spPr>
          <a:xfrm>
            <a:off x="970910" y="1882133"/>
            <a:ext cx="342049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chemeClr val="bg1">
                    <a:lumMod val="75000"/>
                  </a:schemeClr>
                </a:solidFill>
                <a:effectLst/>
                <a:uLnTx/>
                <a:uFillTx/>
                <a:cs typeface="+mn-ea"/>
                <a:sym typeface="+mn-lt"/>
              </a:rPr>
              <a:t>Order page</a:t>
            </a:r>
            <a:endParaRPr kumimoji="1" lang="zh-CN" altLang="en-US" sz="1400" b="0" i="0" u="none" strike="noStrike" kern="1200" cap="none" spc="0" normalizeH="0" baseline="0" noProof="0" dirty="0">
              <a:ln>
                <a:noFill/>
              </a:ln>
              <a:solidFill>
                <a:schemeClr val="bg1">
                  <a:lumMod val="75000"/>
                </a:schemeClr>
              </a:solidFill>
              <a:effectLst/>
              <a:uLnTx/>
              <a:uFillTx/>
              <a:cs typeface="+mn-ea"/>
              <a:sym typeface="+mn-lt"/>
            </a:endParaRPr>
          </a:p>
        </p:txBody>
      </p:sp>
      <p:pic>
        <p:nvPicPr>
          <p:cNvPr id="9" name="图片 8">
            <a:extLst>
              <a:ext uri="{FF2B5EF4-FFF2-40B4-BE49-F238E27FC236}">
                <a16:creationId xmlns:a16="http://schemas.microsoft.com/office/drawing/2014/main" id="{37185407-BBC1-4C12-AE6B-F810670FC2A2}"/>
              </a:ext>
            </a:extLst>
          </p:cNvPr>
          <p:cNvPicPr>
            <a:picLocks noChangeAspect="1"/>
          </p:cNvPicPr>
          <p:nvPr/>
        </p:nvPicPr>
        <p:blipFill>
          <a:blip r:embed="rId3"/>
          <a:stretch>
            <a:fillRect/>
          </a:stretch>
        </p:blipFill>
        <p:spPr>
          <a:xfrm>
            <a:off x="2561142" y="962487"/>
            <a:ext cx="2759895" cy="4933025"/>
          </a:xfrm>
          <a:prstGeom prst="rect">
            <a:avLst/>
          </a:prstGeom>
          <a:noFill/>
          <a:ln>
            <a:noFill/>
          </a:ln>
          <a:effectLst>
            <a:outerShdw blurRad="76200" dist="50800" dir="5400000" algn="t" rotWithShape="0">
              <a:prstClr val="black">
                <a:alpha val="40000"/>
              </a:prstClr>
            </a:outerShdw>
          </a:effectLst>
        </p:spPr>
      </p:pic>
      <p:pic>
        <p:nvPicPr>
          <p:cNvPr id="4" name="图片 3">
            <a:extLst>
              <a:ext uri="{FF2B5EF4-FFF2-40B4-BE49-F238E27FC236}">
                <a16:creationId xmlns:a16="http://schemas.microsoft.com/office/drawing/2014/main" id="{17A3AEC7-6442-4B7E-9818-663B3040E7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74250" y="847831"/>
            <a:ext cx="2751058" cy="5128763"/>
          </a:xfrm>
          <a:prstGeom prst="rect">
            <a:avLst/>
          </a:prstGeom>
        </p:spPr>
      </p:pic>
      <p:pic>
        <p:nvPicPr>
          <p:cNvPr id="8" name="图片 7">
            <a:extLst>
              <a:ext uri="{FF2B5EF4-FFF2-40B4-BE49-F238E27FC236}">
                <a16:creationId xmlns:a16="http://schemas.microsoft.com/office/drawing/2014/main" id="{9BCFC152-1D80-4986-9D11-00EFEEAEC2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71876" y="699173"/>
            <a:ext cx="2781541" cy="5352836"/>
          </a:xfrm>
          <a:prstGeom prst="rect">
            <a:avLst/>
          </a:prstGeom>
        </p:spPr>
      </p:pic>
    </p:spTree>
    <p:extLst>
      <p:ext uri="{BB962C8B-B14F-4D97-AF65-F5344CB8AC3E}">
        <p14:creationId xmlns:p14="http://schemas.microsoft.com/office/powerpoint/2010/main" val="316911705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7"/>
            <a:ext cx="2339102" cy="461665"/>
          </a:xfrm>
          <a:prstGeom prst="rect">
            <a:avLst/>
          </a:prstGeom>
          <a:noFill/>
        </p:spPr>
        <p:txBody>
          <a:bodyPr wrap="none" rtlCol="0">
            <a:spAutoFit/>
          </a:bodyPr>
          <a:lstStyle/>
          <a:p>
            <a:pPr lvl="0">
              <a:defRPr/>
            </a:pPr>
            <a:r>
              <a:rPr kumimoji="1" lang="zh-CN" altLang="en-US" sz="2400" dirty="0">
                <a:solidFill>
                  <a:srgbClr val="44546A"/>
                </a:solidFill>
                <a:cs typeface="+mn-ea"/>
                <a:sym typeface="+mn-lt"/>
              </a:rPr>
              <a:t>作品展示和介绍</a:t>
            </a:r>
          </a:p>
        </p:txBody>
      </p:sp>
      <p:sp>
        <p:nvSpPr>
          <p:cNvPr id="5" name="文本框 4">
            <a:extLst>
              <a:ext uri="{FF2B5EF4-FFF2-40B4-BE49-F238E27FC236}">
                <a16:creationId xmlns:a16="http://schemas.microsoft.com/office/drawing/2014/main" id="{BA27805B-EFFF-E84F-9C9B-26153B51D9DB}"/>
              </a:ext>
            </a:extLst>
          </p:cNvPr>
          <p:cNvSpPr txBox="1"/>
          <p:nvPr/>
        </p:nvSpPr>
        <p:spPr>
          <a:xfrm>
            <a:off x="2463037" y="2334208"/>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0" i="0" u="none" strike="noStrike" kern="1200" cap="none" spc="0" normalizeH="0" baseline="0" noProof="0" dirty="0">
                <a:ln>
                  <a:noFill/>
                </a:ln>
                <a:solidFill>
                  <a:prstClr val="white"/>
                </a:solidFill>
                <a:effectLst/>
                <a:uLnTx/>
                <a:uFillTx/>
                <a:cs typeface="+mn-ea"/>
                <a:sym typeface="+mn-lt"/>
              </a:rPr>
              <a:t>2,780.18</a:t>
            </a:r>
            <a:endParaRPr kumimoji="1" lang="zh-CN" altLang="en-US" sz="3200" b="0" i="0" u="none" strike="noStrike" kern="1200" cap="none" spc="0" normalizeH="0" baseline="0" noProof="0" dirty="0">
              <a:ln>
                <a:noFill/>
              </a:ln>
              <a:solidFill>
                <a:prstClr val="white"/>
              </a:solidFill>
              <a:effectLst/>
              <a:uLnTx/>
              <a:uFillTx/>
              <a:cs typeface="+mn-ea"/>
              <a:sym typeface="+mn-lt"/>
            </a:endParaRPr>
          </a:p>
        </p:txBody>
      </p:sp>
      <p:sp>
        <p:nvSpPr>
          <p:cNvPr id="6" name="文本框 5">
            <a:extLst>
              <a:ext uri="{FF2B5EF4-FFF2-40B4-BE49-F238E27FC236}">
                <a16:creationId xmlns:a16="http://schemas.microsoft.com/office/drawing/2014/main" id="{DF120390-9F37-7E4A-A4A6-75FC783D9365}"/>
              </a:ext>
            </a:extLst>
          </p:cNvPr>
          <p:cNvSpPr txBox="1"/>
          <p:nvPr/>
        </p:nvSpPr>
        <p:spPr>
          <a:xfrm>
            <a:off x="2452763" y="2888161"/>
            <a:ext cx="1321364" cy="24622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cap="none" spc="0" normalizeH="0" baseline="0" noProof="0" dirty="0">
                <a:ln>
                  <a:noFill/>
                </a:ln>
                <a:solidFill>
                  <a:prstClr val="white"/>
                </a:solidFill>
                <a:effectLst/>
                <a:uLnTx/>
                <a:uFillTx/>
                <a:cs typeface="+mn-ea"/>
                <a:sym typeface="+mn-lt"/>
              </a:rPr>
              <a:t>Input Date Here</a:t>
            </a:r>
          </a:p>
        </p:txBody>
      </p:sp>
      <p:sp>
        <p:nvSpPr>
          <p:cNvPr id="31" name="文本框 30">
            <a:extLst>
              <a:ext uri="{FF2B5EF4-FFF2-40B4-BE49-F238E27FC236}">
                <a16:creationId xmlns:a16="http://schemas.microsoft.com/office/drawing/2014/main" id="{ED136EFA-A742-4077-8277-B2449D17C535}"/>
              </a:ext>
            </a:extLst>
          </p:cNvPr>
          <p:cNvSpPr txBox="1"/>
          <p:nvPr/>
        </p:nvSpPr>
        <p:spPr>
          <a:xfrm>
            <a:off x="2371134" y="3011271"/>
            <a:ext cx="141577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dirty="0">
                <a:solidFill>
                  <a:srgbClr val="44546A"/>
                </a:solidFill>
                <a:cs typeface="+mn-ea"/>
                <a:sym typeface="+mn-lt"/>
              </a:rPr>
              <a:t>个人页面</a:t>
            </a:r>
            <a:endParaRPr kumimoji="1" lang="zh-CN" altLang="en-US" sz="2400" b="0" i="0" u="none" strike="noStrike" kern="1200" cap="none" spc="0" normalizeH="0" baseline="0" noProof="0" dirty="0">
              <a:ln>
                <a:noFill/>
              </a:ln>
              <a:solidFill>
                <a:srgbClr val="44546A"/>
              </a:solidFill>
              <a:effectLst/>
              <a:uLnTx/>
              <a:uFillTx/>
              <a:cs typeface="+mn-ea"/>
              <a:sym typeface="+mn-lt"/>
            </a:endParaRPr>
          </a:p>
        </p:txBody>
      </p:sp>
      <p:sp>
        <p:nvSpPr>
          <p:cNvPr id="34" name="文本框 33">
            <a:extLst>
              <a:ext uri="{FF2B5EF4-FFF2-40B4-BE49-F238E27FC236}">
                <a16:creationId xmlns:a16="http://schemas.microsoft.com/office/drawing/2014/main" id="{8CF3ACAD-58DD-43A3-8385-14F9FDA155E0}"/>
              </a:ext>
            </a:extLst>
          </p:cNvPr>
          <p:cNvSpPr txBox="1"/>
          <p:nvPr/>
        </p:nvSpPr>
        <p:spPr>
          <a:xfrm>
            <a:off x="2371458" y="3429000"/>
            <a:ext cx="342049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chemeClr val="bg1">
                    <a:lumMod val="75000"/>
                  </a:schemeClr>
                </a:solidFill>
                <a:effectLst/>
                <a:uLnTx/>
                <a:uFillTx/>
                <a:cs typeface="+mn-ea"/>
                <a:sym typeface="+mn-lt"/>
              </a:rPr>
              <a:t>Order page</a:t>
            </a:r>
            <a:endParaRPr kumimoji="1" lang="zh-CN" altLang="en-US" sz="1400" b="0" i="0" u="none" strike="noStrike" kern="1200" cap="none" spc="0" normalizeH="0" baseline="0" noProof="0" dirty="0">
              <a:ln>
                <a:noFill/>
              </a:ln>
              <a:solidFill>
                <a:schemeClr val="bg1">
                  <a:lumMod val="75000"/>
                </a:schemeClr>
              </a:solidFill>
              <a:effectLst/>
              <a:uLnTx/>
              <a:uFillTx/>
              <a:cs typeface="+mn-ea"/>
              <a:sym typeface="+mn-lt"/>
            </a:endParaRPr>
          </a:p>
        </p:txBody>
      </p:sp>
      <p:pic>
        <p:nvPicPr>
          <p:cNvPr id="4" name="图片 3">
            <a:extLst>
              <a:ext uri="{FF2B5EF4-FFF2-40B4-BE49-F238E27FC236}">
                <a16:creationId xmlns:a16="http://schemas.microsoft.com/office/drawing/2014/main" id="{E264899B-E5F8-4585-9FA4-7706E3B5AE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5756" y="699172"/>
            <a:ext cx="2720576" cy="5936494"/>
          </a:xfrm>
          <a:prstGeom prst="rect">
            <a:avLst/>
          </a:prstGeom>
        </p:spPr>
      </p:pic>
      <p:pic>
        <p:nvPicPr>
          <p:cNvPr id="7" name="图片 6">
            <a:extLst>
              <a:ext uri="{FF2B5EF4-FFF2-40B4-BE49-F238E27FC236}">
                <a16:creationId xmlns:a16="http://schemas.microsoft.com/office/drawing/2014/main" id="{817F1BAA-7F19-4E77-8A18-75F7F86E48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29771" y="648934"/>
            <a:ext cx="2781541" cy="5867908"/>
          </a:xfrm>
          <a:prstGeom prst="rect">
            <a:avLst/>
          </a:prstGeom>
        </p:spPr>
      </p:pic>
    </p:spTree>
    <p:extLst>
      <p:ext uri="{BB962C8B-B14F-4D97-AF65-F5344CB8AC3E}">
        <p14:creationId xmlns:p14="http://schemas.microsoft.com/office/powerpoint/2010/main" val="71549196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7"/>
            <a:ext cx="2339102" cy="461665"/>
          </a:xfrm>
          <a:prstGeom prst="rect">
            <a:avLst/>
          </a:prstGeom>
          <a:noFill/>
        </p:spPr>
        <p:txBody>
          <a:bodyPr wrap="none" rtlCol="0">
            <a:spAutoFit/>
          </a:bodyPr>
          <a:lstStyle/>
          <a:p>
            <a:pPr lvl="0">
              <a:defRPr/>
            </a:pPr>
            <a:r>
              <a:rPr kumimoji="1" lang="zh-CN" altLang="en-US" sz="2400" dirty="0">
                <a:solidFill>
                  <a:srgbClr val="44546A"/>
                </a:solidFill>
                <a:cs typeface="+mn-ea"/>
                <a:sym typeface="+mn-lt"/>
              </a:rPr>
              <a:t>作品展示和介绍</a:t>
            </a:r>
          </a:p>
        </p:txBody>
      </p:sp>
      <p:sp>
        <p:nvSpPr>
          <p:cNvPr id="5" name="文本框 4">
            <a:extLst>
              <a:ext uri="{FF2B5EF4-FFF2-40B4-BE49-F238E27FC236}">
                <a16:creationId xmlns:a16="http://schemas.microsoft.com/office/drawing/2014/main" id="{BA27805B-EFFF-E84F-9C9B-26153B51D9DB}"/>
              </a:ext>
            </a:extLst>
          </p:cNvPr>
          <p:cNvSpPr txBox="1"/>
          <p:nvPr/>
        </p:nvSpPr>
        <p:spPr>
          <a:xfrm>
            <a:off x="2463037" y="2334208"/>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0" i="0" u="none" strike="noStrike" kern="1200" cap="none" spc="0" normalizeH="0" baseline="0" noProof="0" dirty="0">
                <a:ln>
                  <a:noFill/>
                </a:ln>
                <a:solidFill>
                  <a:prstClr val="white"/>
                </a:solidFill>
                <a:effectLst/>
                <a:uLnTx/>
                <a:uFillTx/>
                <a:cs typeface="+mn-ea"/>
                <a:sym typeface="+mn-lt"/>
              </a:rPr>
              <a:t>2,780.18</a:t>
            </a:r>
            <a:endParaRPr kumimoji="1" lang="zh-CN" altLang="en-US" sz="3200" b="0" i="0" u="none" strike="noStrike" kern="1200" cap="none" spc="0" normalizeH="0" baseline="0" noProof="0" dirty="0">
              <a:ln>
                <a:noFill/>
              </a:ln>
              <a:solidFill>
                <a:prstClr val="white"/>
              </a:solidFill>
              <a:effectLst/>
              <a:uLnTx/>
              <a:uFillTx/>
              <a:cs typeface="+mn-ea"/>
              <a:sym typeface="+mn-lt"/>
            </a:endParaRPr>
          </a:p>
        </p:txBody>
      </p:sp>
      <p:sp>
        <p:nvSpPr>
          <p:cNvPr id="6" name="文本框 5">
            <a:extLst>
              <a:ext uri="{FF2B5EF4-FFF2-40B4-BE49-F238E27FC236}">
                <a16:creationId xmlns:a16="http://schemas.microsoft.com/office/drawing/2014/main" id="{DF120390-9F37-7E4A-A4A6-75FC783D9365}"/>
              </a:ext>
            </a:extLst>
          </p:cNvPr>
          <p:cNvSpPr txBox="1"/>
          <p:nvPr/>
        </p:nvSpPr>
        <p:spPr>
          <a:xfrm>
            <a:off x="2452763" y="2888161"/>
            <a:ext cx="1321364" cy="24622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cap="none" spc="0" normalizeH="0" baseline="0" noProof="0" dirty="0">
                <a:ln>
                  <a:noFill/>
                </a:ln>
                <a:solidFill>
                  <a:prstClr val="white"/>
                </a:solidFill>
                <a:effectLst/>
                <a:uLnTx/>
                <a:uFillTx/>
                <a:cs typeface="+mn-ea"/>
                <a:sym typeface="+mn-lt"/>
              </a:rPr>
              <a:t>Input Date Here</a:t>
            </a:r>
          </a:p>
        </p:txBody>
      </p:sp>
      <p:sp>
        <p:nvSpPr>
          <p:cNvPr id="31" name="文本框 30">
            <a:extLst>
              <a:ext uri="{FF2B5EF4-FFF2-40B4-BE49-F238E27FC236}">
                <a16:creationId xmlns:a16="http://schemas.microsoft.com/office/drawing/2014/main" id="{ED136EFA-A742-4077-8277-B2449D17C535}"/>
              </a:ext>
            </a:extLst>
          </p:cNvPr>
          <p:cNvSpPr txBox="1"/>
          <p:nvPr/>
        </p:nvSpPr>
        <p:spPr>
          <a:xfrm>
            <a:off x="551761" y="1562834"/>
            <a:ext cx="80021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44546A"/>
                </a:solidFill>
                <a:effectLst/>
                <a:uLnTx/>
                <a:uFillTx/>
                <a:cs typeface="+mn-ea"/>
                <a:sym typeface="+mn-lt"/>
              </a:rPr>
              <a:t>展示</a:t>
            </a:r>
          </a:p>
        </p:txBody>
      </p:sp>
      <p:sp>
        <p:nvSpPr>
          <p:cNvPr id="34" name="文本框 33">
            <a:extLst>
              <a:ext uri="{FF2B5EF4-FFF2-40B4-BE49-F238E27FC236}">
                <a16:creationId xmlns:a16="http://schemas.microsoft.com/office/drawing/2014/main" id="{8CF3ACAD-58DD-43A3-8385-14F9FDA155E0}"/>
              </a:ext>
            </a:extLst>
          </p:cNvPr>
          <p:cNvSpPr txBox="1"/>
          <p:nvPr/>
        </p:nvSpPr>
        <p:spPr>
          <a:xfrm>
            <a:off x="491219" y="2118809"/>
            <a:ext cx="342049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chemeClr val="bg1">
                    <a:lumMod val="75000"/>
                  </a:schemeClr>
                </a:solidFill>
                <a:effectLst/>
                <a:uLnTx/>
                <a:uFillTx/>
                <a:cs typeface="+mn-ea"/>
                <a:sym typeface="+mn-lt"/>
              </a:rPr>
              <a:t>display</a:t>
            </a:r>
            <a:endParaRPr kumimoji="1" lang="zh-CN" altLang="en-US" sz="1400" b="0" i="0" u="none" strike="noStrike" kern="1200" cap="none" spc="0" normalizeH="0" baseline="0" noProof="0" dirty="0">
              <a:ln>
                <a:noFill/>
              </a:ln>
              <a:solidFill>
                <a:schemeClr val="bg1">
                  <a:lumMod val="75000"/>
                </a:schemeClr>
              </a:solidFill>
              <a:effectLst/>
              <a:uLnTx/>
              <a:uFillTx/>
              <a:cs typeface="+mn-ea"/>
              <a:sym typeface="+mn-lt"/>
            </a:endParaRPr>
          </a:p>
        </p:txBody>
      </p:sp>
      <p:pic>
        <p:nvPicPr>
          <p:cNvPr id="4" name="图片 3">
            <a:extLst>
              <a:ext uri="{FF2B5EF4-FFF2-40B4-BE49-F238E27FC236}">
                <a16:creationId xmlns:a16="http://schemas.microsoft.com/office/drawing/2014/main" id="{598FD7C8-49A8-4D28-8EAE-89BAB6E940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0545" y="769413"/>
            <a:ext cx="2827265" cy="5677392"/>
          </a:xfrm>
          <a:prstGeom prst="rect">
            <a:avLst/>
          </a:prstGeom>
        </p:spPr>
      </p:pic>
      <p:pic>
        <p:nvPicPr>
          <p:cNvPr id="9" name="图片 8">
            <a:extLst>
              <a:ext uri="{FF2B5EF4-FFF2-40B4-BE49-F238E27FC236}">
                <a16:creationId xmlns:a16="http://schemas.microsoft.com/office/drawing/2014/main" id="{9D558425-BCBB-429F-898B-5F5BCF5CD4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1043" y="708447"/>
            <a:ext cx="2789162" cy="5799323"/>
          </a:xfrm>
          <a:prstGeom prst="rect">
            <a:avLst/>
          </a:prstGeom>
        </p:spPr>
      </p:pic>
      <p:pic>
        <p:nvPicPr>
          <p:cNvPr id="7" name="图片 6">
            <a:extLst>
              <a:ext uri="{FF2B5EF4-FFF2-40B4-BE49-F238E27FC236}">
                <a16:creationId xmlns:a16="http://schemas.microsoft.com/office/drawing/2014/main" id="{AEE301D2-C9A4-4F7F-AD17-CBE2765C20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23438" y="708447"/>
            <a:ext cx="2880610" cy="5944115"/>
          </a:xfrm>
          <a:prstGeom prst="rect">
            <a:avLst/>
          </a:prstGeom>
        </p:spPr>
      </p:pic>
    </p:spTree>
    <p:extLst>
      <p:ext uri="{BB962C8B-B14F-4D97-AF65-F5344CB8AC3E}">
        <p14:creationId xmlns:p14="http://schemas.microsoft.com/office/powerpoint/2010/main" val="99024292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a:extLst>
              <a:ext uri="{FF2B5EF4-FFF2-40B4-BE49-F238E27FC236}">
                <a16:creationId xmlns:a16="http://schemas.microsoft.com/office/drawing/2014/main" id="{77DAC8EB-FA83-7E4C-AF62-241BA0588B17}"/>
              </a:ext>
            </a:extLst>
          </p:cNvPr>
          <p:cNvSpPr/>
          <p:nvPr/>
        </p:nvSpPr>
        <p:spPr>
          <a:xfrm>
            <a:off x="5070393" y="668411"/>
            <a:ext cx="2160000" cy="216000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圆角矩形 2">
            <a:extLst>
              <a:ext uri="{FF2B5EF4-FFF2-40B4-BE49-F238E27FC236}">
                <a16:creationId xmlns:a16="http://schemas.microsoft.com/office/drawing/2014/main" id="{87BF9EF1-4524-664B-B4E4-F19DF76D9A44}"/>
              </a:ext>
            </a:extLst>
          </p:cNvPr>
          <p:cNvSpPr/>
          <p:nvPr/>
        </p:nvSpPr>
        <p:spPr>
          <a:xfrm>
            <a:off x="4507730" y="1424652"/>
            <a:ext cx="243152" cy="243152"/>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4" name="圆角矩形 3">
            <a:extLst>
              <a:ext uri="{FF2B5EF4-FFF2-40B4-BE49-F238E27FC236}">
                <a16:creationId xmlns:a16="http://schemas.microsoft.com/office/drawing/2014/main" id="{0B261106-7C4E-5C45-85CE-F2A206EC566B}"/>
              </a:ext>
            </a:extLst>
          </p:cNvPr>
          <p:cNvSpPr/>
          <p:nvPr/>
        </p:nvSpPr>
        <p:spPr>
          <a:xfrm>
            <a:off x="4750882" y="1887516"/>
            <a:ext cx="127491" cy="127491"/>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 name="圆角矩形 4">
            <a:extLst>
              <a:ext uri="{FF2B5EF4-FFF2-40B4-BE49-F238E27FC236}">
                <a16:creationId xmlns:a16="http://schemas.microsoft.com/office/drawing/2014/main" id="{DA32410C-A7A8-484A-9119-0B7FF46D9A48}"/>
              </a:ext>
            </a:extLst>
          </p:cNvPr>
          <p:cNvSpPr/>
          <p:nvPr/>
        </p:nvSpPr>
        <p:spPr>
          <a:xfrm>
            <a:off x="7318469" y="1320858"/>
            <a:ext cx="209070" cy="20907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文本框 5">
            <a:extLst>
              <a:ext uri="{FF2B5EF4-FFF2-40B4-BE49-F238E27FC236}">
                <a16:creationId xmlns:a16="http://schemas.microsoft.com/office/drawing/2014/main" id="{ADE6D4DB-97A7-664D-A539-41472511B747}"/>
              </a:ext>
            </a:extLst>
          </p:cNvPr>
          <p:cNvSpPr txBox="1"/>
          <p:nvPr/>
        </p:nvSpPr>
        <p:spPr>
          <a:xfrm>
            <a:off x="5281898" y="1565553"/>
            <a:ext cx="1798045" cy="52322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2800" b="0" i="0" u="none" strike="noStrike" kern="1200" cap="none" spc="0" normalizeH="0" baseline="0" noProof="0" dirty="0">
                <a:ln>
                  <a:noFill/>
                </a:ln>
                <a:solidFill>
                  <a:srgbClr val="44546A"/>
                </a:solidFill>
                <a:effectLst/>
                <a:uLnTx/>
                <a:uFillTx/>
                <a:cs typeface="+mn-ea"/>
                <a:sym typeface="+mn-lt"/>
              </a:rPr>
              <a:t>第五部分</a:t>
            </a:r>
          </a:p>
        </p:txBody>
      </p:sp>
      <p:sp>
        <p:nvSpPr>
          <p:cNvPr id="7" name="文本框 6">
            <a:extLst>
              <a:ext uri="{FF2B5EF4-FFF2-40B4-BE49-F238E27FC236}">
                <a16:creationId xmlns:a16="http://schemas.microsoft.com/office/drawing/2014/main" id="{2AA5CD6C-CEAA-2F4F-84CB-CDF42E3F6FB0}"/>
              </a:ext>
            </a:extLst>
          </p:cNvPr>
          <p:cNvSpPr txBox="1"/>
          <p:nvPr/>
        </p:nvSpPr>
        <p:spPr>
          <a:xfrm>
            <a:off x="5293773" y="1998761"/>
            <a:ext cx="1774295"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1600" b="0" i="0" u="none" strike="noStrike" kern="1200" cap="none" spc="0" normalizeH="0" baseline="0" noProof="0" dirty="0">
                <a:ln>
                  <a:noFill/>
                </a:ln>
                <a:solidFill>
                  <a:srgbClr val="44546A"/>
                </a:solidFill>
                <a:effectLst/>
                <a:uLnTx/>
                <a:uFillTx/>
                <a:cs typeface="+mn-ea"/>
                <a:sym typeface="+mn-lt"/>
              </a:rPr>
              <a:t>PART</a:t>
            </a:r>
            <a:r>
              <a:rPr kumimoji="1" lang="zh-CN" altLang="en-US" sz="1600" b="0" i="0" u="none" strike="noStrike" kern="1200" cap="none" spc="0" normalizeH="0" baseline="0" noProof="0" dirty="0">
                <a:ln>
                  <a:noFill/>
                </a:ln>
                <a:solidFill>
                  <a:srgbClr val="44546A"/>
                </a:solidFill>
                <a:effectLst/>
                <a:uLnTx/>
                <a:uFillTx/>
                <a:cs typeface="+mn-ea"/>
                <a:sym typeface="+mn-lt"/>
              </a:rPr>
              <a:t> </a:t>
            </a:r>
            <a:r>
              <a:rPr kumimoji="1" lang="en-US" altLang="zh-CN" sz="1600" b="0" i="0" u="none" strike="noStrike" kern="1200" cap="none" spc="0" normalizeH="0" baseline="0" noProof="0" dirty="0">
                <a:ln>
                  <a:noFill/>
                </a:ln>
                <a:solidFill>
                  <a:srgbClr val="44546A"/>
                </a:solidFill>
                <a:effectLst/>
                <a:uLnTx/>
                <a:uFillTx/>
                <a:cs typeface="+mn-ea"/>
                <a:sym typeface="+mn-lt"/>
              </a:rPr>
              <a:t>05</a:t>
            </a:r>
            <a:endParaRPr kumimoji="1" lang="zh-CN" altLang="en-US" sz="1600" b="0" i="0" u="none" strike="noStrike" kern="1200" cap="none" spc="0" normalizeH="0" baseline="0" noProof="0" dirty="0">
              <a:ln>
                <a:noFill/>
              </a:ln>
              <a:solidFill>
                <a:srgbClr val="44546A"/>
              </a:solidFill>
              <a:effectLst/>
              <a:uLnTx/>
              <a:uFillTx/>
              <a:cs typeface="+mn-ea"/>
              <a:sym typeface="+mn-lt"/>
            </a:endParaRPr>
          </a:p>
        </p:txBody>
      </p:sp>
      <p:sp>
        <p:nvSpPr>
          <p:cNvPr id="8" name="文本框 7">
            <a:extLst>
              <a:ext uri="{FF2B5EF4-FFF2-40B4-BE49-F238E27FC236}">
                <a16:creationId xmlns:a16="http://schemas.microsoft.com/office/drawing/2014/main" id="{0CEEC32F-A461-E14B-BA72-2A0A3033AF09}"/>
              </a:ext>
            </a:extLst>
          </p:cNvPr>
          <p:cNvSpPr txBox="1"/>
          <p:nvPr/>
        </p:nvSpPr>
        <p:spPr>
          <a:xfrm>
            <a:off x="5202506" y="2770523"/>
            <a:ext cx="1877437" cy="1107996"/>
          </a:xfrm>
          <a:prstGeom prst="rect">
            <a:avLst/>
          </a:prstGeom>
          <a:noFill/>
        </p:spPr>
        <p:txBody>
          <a:bodyPr wrap="none" rtlCol="0">
            <a:spAutoFit/>
          </a:bodyPr>
          <a:lstStyle/>
          <a:p>
            <a:pPr lvl="0">
              <a:defRPr/>
            </a:pPr>
            <a:r>
              <a:rPr kumimoji="1" lang="zh-CN" altLang="en-US" sz="6600" dirty="0">
                <a:solidFill>
                  <a:srgbClr val="44546A"/>
                </a:solidFill>
                <a:cs typeface="+mn-ea"/>
                <a:sym typeface="+mn-lt"/>
              </a:rPr>
              <a:t>总结</a:t>
            </a:r>
          </a:p>
        </p:txBody>
      </p:sp>
      <p:sp>
        <p:nvSpPr>
          <p:cNvPr id="9" name="文本框 8">
            <a:extLst>
              <a:ext uri="{FF2B5EF4-FFF2-40B4-BE49-F238E27FC236}">
                <a16:creationId xmlns:a16="http://schemas.microsoft.com/office/drawing/2014/main" id="{473DBF93-FD30-194C-B730-87857EF96E77}"/>
              </a:ext>
            </a:extLst>
          </p:cNvPr>
          <p:cNvSpPr txBox="1"/>
          <p:nvPr/>
        </p:nvSpPr>
        <p:spPr>
          <a:xfrm>
            <a:off x="2944894" y="3878519"/>
            <a:ext cx="6472052" cy="253916"/>
          </a:xfrm>
          <a:prstGeom prst="rect">
            <a:avLst/>
          </a:prstGeom>
          <a:noFill/>
        </p:spPr>
        <p:txBody>
          <a:bodyPr wrap="square" rtlCol="0">
            <a:spAutoFit/>
          </a:bodyPr>
          <a:lstStyle/>
          <a:p>
            <a:pPr lvl="0" algn="ctr">
              <a:defRPr/>
            </a:pPr>
            <a:r>
              <a:rPr lang="en-US" altLang="zh-CN" sz="1050" dirty="0">
                <a:solidFill>
                  <a:prstClr val="black">
                    <a:lumMod val="50000"/>
                    <a:lumOff val="50000"/>
                  </a:prstClr>
                </a:solidFill>
                <a:cs typeface="+mn-ea"/>
                <a:sym typeface="+mn-lt"/>
              </a:rPr>
              <a:t>conclusion</a:t>
            </a:r>
            <a:endParaRPr lang="en" altLang="zh-CN" sz="1050" dirty="0">
              <a:solidFill>
                <a:prstClr val="black">
                  <a:lumMod val="50000"/>
                  <a:lumOff val="50000"/>
                </a:prstClr>
              </a:solidFill>
              <a:cs typeface="+mn-ea"/>
              <a:sym typeface="+mn-lt"/>
            </a:endParaRPr>
          </a:p>
        </p:txBody>
      </p:sp>
    </p:spTree>
    <p:extLst>
      <p:ext uri="{BB962C8B-B14F-4D97-AF65-F5344CB8AC3E}">
        <p14:creationId xmlns:p14="http://schemas.microsoft.com/office/powerpoint/2010/main" val="162453113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8679FC-8B9E-6441-A79D-AFE13CFD3A13}"/>
              </a:ext>
            </a:extLst>
          </p:cNvPr>
          <p:cNvSpPr txBox="1"/>
          <p:nvPr/>
        </p:nvSpPr>
        <p:spPr>
          <a:xfrm>
            <a:off x="1151904" y="237507"/>
            <a:ext cx="2339102" cy="461665"/>
          </a:xfrm>
          <a:prstGeom prst="rect">
            <a:avLst/>
          </a:prstGeom>
          <a:noFill/>
        </p:spPr>
        <p:txBody>
          <a:bodyPr wrap="none" rtlCol="0">
            <a:spAutoFit/>
          </a:bodyPr>
          <a:lstStyle/>
          <a:p>
            <a:pPr lvl="0">
              <a:defRPr/>
            </a:pPr>
            <a:r>
              <a:rPr kumimoji="1" lang="zh-CN" altLang="en-US" sz="2400" dirty="0">
                <a:solidFill>
                  <a:srgbClr val="44546A"/>
                </a:solidFill>
                <a:cs typeface="+mn-ea"/>
                <a:sym typeface="+mn-lt"/>
              </a:rPr>
              <a:t>作品展示和介绍</a:t>
            </a:r>
          </a:p>
        </p:txBody>
      </p:sp>
      <p:sp>
        <p:nvSpPr>
          <p:cNvPr id="5" name="文本框 4">
            <a:extLst>
              <a:ext uri="{FF2B5EF4-FFF2-40B4-BE49-F238E27FC236}">
                <a16:creationId xmlns:a16="http://schemas.microsoft.com/office/drawing/2014/main" id="{BA27805B-EFFF-E84F-9C9B-26153B51D9DB}"/>
              </a:ext>
            </a:extLst>
          </p:cNvPr>
          <p:cNvSpPr txBox="1"/>
          <p:nvPr/>
        </p:nvSpPr>
        <p:spPr>
          <a:xfrm>
            <a:off x="2463037" y="2334208"/>
            <a:ext cx="182614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0" i="0" u="none" strike="noStrike" kern="1200" cap="none" spc="0" normalizeH="0" baseline="0" noProof="0" dirty="0">
                <a:ln>
                  <a:noFill/>
                </a:ln>
                <a:solidFill>
                  <a:prstClr val="white"/>
                </a:solidFill>
                <a:effectLst/>
                <a:uLnTx/>
                <a:uFillTx/>
                <a:cs typeface="+mn-ea"/>
                <a:sym typeface="+mn-lt"/>
              </a:rPr>
              <a:t>2,780.18</a:t>
            </a:r>
            <a:endParaRPr kumimoji="1" lang="zh-CN" altLang="en-US" sz="3200" b="0" i="0" u="none" strike="noStrike" kern="1200" cap="none" spc="0" normalizeH="0" baseline="0" noProof="0" dirty="0">
              <a:ln>
                <a:noFill/>
              </a:ln>
              <a:solidFill>
                <a:prstClr val="white"/>
              </a:solidFill>
              <a:effectLst/>
              <a:uLnTx/>
              <a:uFillTx/>
              <a:cs typeface="+mn-ea"/>
              <a:sym typeface="+mn-lt"/>
            </a:endParaRPr>
          </a:p>
        </p:txBody>
      </p:sp>
      <p:sp>
        <p:nvSpPr>
          <p:cNvPr id="6" name="文本框 5">
            <a:extLst>
              <a:ext uri="{FF2B5EF4-FFF2-40B4-BE49-F238E27FC236}">
                <a16:creationId xmlns:a16="http://schemas.microsoft.com/office/drawing/2014/main" id="{DF120390-9F37-7E4A-A4A6-75FC783D9365}"/>
              </a:ext>
            </a:extLst>
          </p:cNvPr>
          <p:cNvSpPr txBox="1"/>
          <p:nvPr/>
        </p:nvSpPr>
        <p:spPr>
          <a:xfrm>
            <a:off x="2452763" y="2888161"/>
            <a:ext cx="1321364" cy="24622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cap="none" spc="0" normalizeH="0" baseline="0" noProof="0" dirty="0">
                <a:ln>
                  <a:noFill/>
                </a:ln>
                <a:solidFill>
                  <a:prstClr val="white"/>
                </a:solidFill>
                <a:effectLst/>
                <a:uLnTx/>
                <a:uFillTx/>
                <a:cs typeface="+mn-ea"/>
                <a:sym typeface="+mn-lt"/>
              </a:rPr>
              <a:t>Input Date Here</a:t>
            </a:r>
          </a:p>
        </p:txBody>
      </p:sp>
      <p:sp>
        <p:nvSpPr>
          <p:cNvPr id="34" name="文本框 33">
            <a:extLst>
              <a:ext uri="{FF2B5EF4-FFF2-40B4-BE49-F238E27FC236}">
                <a16:creationId xmlns:a16="http://schemas.microsoft.com/office/drawing/2014/main" id="{8CF3ACAD-58DD-43A3-8385-14F9FDA155E0}"/>
              </a:ext>
            </a:extLst>
          </p:cNvPr>
          <p:cNvSpPr txBox="1"/>
          <p:nvPr/>
        </p:nvSpPr>
        <p:spPr>
          <a:xfrm>
            <a:off x="3179712" y="2006177"/>
            <a:ext cx="5902025" cy="2862322"/>
          </a:xfrm>
          <a:prstGeom prst="rect">
            <a:avLst/>
          </a:prstGeom>
          <a:noFill/>
          <a:effectLst/>
        </p:spPr>
        <p:txBody>
          <a:bodyPr wrap="square" rtlCol="0">
            <a:spAutoFit/>
          </a:bodyPr>
          <a:lstStyle/>
          <a:p>
            <a:pPr indent="355600" algn="just">
              <a:tabLst>
                <a:tab pos="134620" algn="l"/>
              </a:tabLst>
            </a:pPr>
            <a:r>
              <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rPr>
              <a:t>这个学期开始前我们没有接触过怎么去做小程序，我们都是在一边学习一边完成项目，也遇到了很多问题，某些问题可能会卡几天才会解决，我们会请教同学。我们可以从解决困难中获取很多宝贵的经验，让我们在未来开发小程序的时候能够更加熟练从而做到真正的分工合作，以及团队合作，做完这个实训项目我们收获了很多，我们学会了如何去解决一个问题，提升了我们的解决问题能力。未来我们一起努力，一起加油！</a:t>
            </a:r>
          </a:p>
        </p:txBody>
      </p:sp>
    </p:spTree>
    <p:extLst>
      <p:ext uri="{BB962C8B-B14F-4D97-AF65-F5344CB8AC3E}">
        <p14:creationId xmlns:p14="http://schemas.microsoft.com/office/powerpoint/2010/main" val="551497871"/>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a:extLst>
              <a:ext uri="{FF2B5EF4-FFF2-40B4-BE49-F238E27FC236}">
                <a16:creationId xmlns:a16="http://schemas.microsoft.com/office/drawing/2014/main" id="{45B1AD47-FBE2-5841-A20B-C19DCB479721}"/>
              </a:ext>
            </a:extLst>
          </p:cNvPr>
          <p:cNvSpPr/>
          <p:nvPr/>
        </p:nvSpPr>
        <p:spPr>
          <a:xfrm>
            <a:off x="6096000" y="2149867"/>
            <a:ext cx="2558265" cy="2558265"/>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文本框 2">
            <a:extLst>
              <a:ext uri="{FF2B5EF4-FFF2-40B4-BE49-F238E27FC236}">
                <a16:creationId xmlns:a16="http://schemas.microsoft.com/office/drawing/2014/main" id="{3C274ABD-D916-2542-98F0-C9BF7EB13301}"/>
              </a:ext>
            </a:extLst>
          </p:cNvPr>
          <p:cNvSpPr txBox="1"/>
          <p:nvPr/>
        </p:nvSpPr>
        <p:spPr>
          <a:xfrm>
            <a:off x="6797210" y="2644169"/>
            <a:ext cx="1415772" cy="15696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9600" b="0" i="0" u="none" strike="noStrike" kern="1200" cap="none" spc="0" normalizeH="0" baseline="0" noProof="0" dirty="0">
                <a:ln>
                  <a:noFill/>
                </a:ln>
                <a:solidFill>
                  <a:srgbClr val="44546A"/>
                </a:solidFill>
                <a:effectLst/>
                <a:uLnTx/>
                <a:uFillTx/>
                <a:latin typeface="方正细谭黑简体" panose="02000000000000000000" pitchFamily="2" charset="-122"/>
                <a:ea typeface="方正细谭黑简体" panose="02000000000000000000" pitchFamily="2" charset="-122"/>
                <a:cs typeface="+mn-ea"/>
                <a:sym typeface="+mn-lt"/>
              </a:rPr>
              <a:t>轻</a:t>
            </a:r>
          </a:p>
        </p:txBody>
      </p:sp>
      <p:sp>
        <p:nvSpPr>
          <p:cNvPr id="4" name="文本框 3">
            <a:extLst>
              <a:ext uri="{FF2B5EF4-FFF2-40B4-BE49-F238E27FC236}">
                <a16:creationId xmlns:a16="http://schemas.microsoft.com/office/drawing/2014/main" id="{0998A19B-61FF-9740-BBF1-181AC509CA3D}"/>
              </a:ext>
            </a:extLst>
          </p:cNvPr>
          <p:cNvSpPr txBox="1"/>
          <p:nvPr/>
        </p:nvSpPr>
        <p:spPr>
          <a:xfrm>
            <a:off x="8167021" y="2644169"/>
            <a:ext cx="2268570" cy="15696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9600" b="0" i="0" u="none" strike="noStrike" kern="1200" cap="none" spc="0" normalizeH="0" baseline="0" noProof="0" dirty="0">
                <a:ln>
                  <a:noFill/>
                </a:ln>
                <a:solidFill>
                  <a:srgbClr val="44546A"/>
                </a:solidFill>
                <a:effectLst/>
                <a:uLnTx/>
                <a:uFillTx/>
                <a:latin typeface="方正细谭黑简体" panose="02000000000000000000" pitchFamily="2" charset="-122"/>
                <a:ea typeface="方正细谭黑简体" panose="02000000000000000000" pitchFamily="2" charset="-122"/>
                <a:cs typeface="+mn-ea"/>
                <a:sym typeface="+mn-lt"/>
              </a:rPr>
              <a:t>Life</a:t>
            </a:r>
            <a:endParaRPr kumimoji="1" lang="zh-CN" altLang="en-US" sz="9600" b="0" i="0" u="none" strike="noStrike" kern="1200" cap="none" spc="0" normalizeH="0" baseline="0" noProof="0" dirty="0">
              <a:ln>
                <a:noFill/>
              </a:ln>
              <a:solidFill>
                <a:srgbClr val="44546A"/>
              </a:solidFill>
              <a:effectLst/>
              <a:uLnTx/>
              <a:uFillTx/>
              <a:latin typeface="方正细谭黑简体" panose="02000000000000000000" pitchFamily="2" charset="-122"/>
              <a:ea typeface="方正细谭黑简体" panose="02000000000000000000" pitchFamily="2" charset="-122"/>
              <a:cs typeface="+mn-ea"/>
              <a:sym typeface="+mn-lt"/>
            </a:endParaRPr>
          </a:p>
        </p:txBody>
      </p:sp>
      <p:sp>
        <p:nvSpPr>
          <p:cNvPr id="5" name="文本框 4">
            <a:extLst>
              <a:ext uri="{FF2B5EF4-FFF2-40B4-BE49-F238E27FC236}">
                <a16:creationId xmlns:a16="http://schemas.microsoft.com/office/drawing/2014/main" id="{C872FFCF-66FB-AF45-82B1-8502CA44FF4E}"/>
              </a:ext>
            </a:extLst>
          </p:cNvPr>
          <p:cNvSpPr txBox="1"/>
          <p:nvPr/>
        </p:nvSpPr>
        <p:spPr>
          <a:xfrm>
            <a:off x="7343334" y="4006001"/>
            <a:ext cx="2988910" cy="461665"/>
          </a:xfrm>
          <a:prstGeom prst="rect">
            <a:avLst/>
          </a:prstGeom>
          <a:noFill/>
        </p:spPr>
        <p:txBody>
          <a:bodyPr wrap="square" rtlCol="0">
            <a:spAutoFit/>
          </a:bodyPr>
          <a:lstStyle/>
          <a:p>
            <a:pPr lvl="0" algn="dist">
              <a:defRPr/>
            </a:pPr>
            <a:r>
              <a:rPr kumimoji="1" lang="en-US" altLang="zh-CN" sz="2400" dirty="0">
                <a:solidFill>
                  <a:prstClr val="white"/>
                </a:solidFill>
                <a:cs typeface="+mn-ea"/>
                <a:sym typeface="+mn-lt"/>
              </a:rPr>
              <a:t>Light </a:t>
            </a:r>
            <a:r>
              <a:rPr kumimoji="1" lang="en-US" altLang="zh-CN" sz="2400" dirty="0">
                <a:solidFill>
                  <a:srgbClr val="44546A"/>
                </a:solidFill>
                <a:cs typeface="+mn-ea"/>
                <a:sym typeface="+mn-lt"/>
              </a:rPr>
              <a:t>Life</a:t>
            </a:r>
            <a:r>
              <a:rPr kumimoji="1" lang="zh-CN" altLang="en-US" sz="2400" dirty="0">
                <a:solidFill>
                  <a:srgbClr val="44546A"/>
                </a:solidFill>
                <a:cs typeface="+mn-ea"/>
                <a:sym typeface="+mn-lt"/>
              </a:rPr>
              <a:t> </a:t>
            </a:r>
            <a:r>
              <a:rPr kumimoji="1" lang="en-US" altLang="zh-CN" sz="2400" dirty="0">
                <a:solidFill>
                  <a:srgbClr val="44546A"/>
                </a:solidFill>
                <a:cs typeface="+mn-ea"/>
                <a:sym typeface="+mn-lt"/>
              </a:rPr>
              <a:t>STYLE</a:t>
            </a:r>
            <a:endParaRPr kumimoji="1" lang="zh-CN" altLang="en-US" sz="2400" dirty="0">
              <a:solidFill>
                <a:srgbClr val="44546A"/>
              </a:solidFill>
              <a:cs typeface="+mn-ea"/>
              <a:sym typeface="+mn-lt"/>
            </a:endParaRPr>
          </a:p>
        </p:txBody>
      </p:sp>
      <p:sp>
        <p:nvSpPr>
          <p:cNvPr id="6" name="燕尾形 5">
            <a:extLst>
              <a:ext uri="{FF2B5EF4-FFF2-40B4-BE49-F238E27FC236}">
                <a16:creationId xmlns:a16="http://schemas.microsoft.com/office/drawing/2014/main" id="{36A206C6-F515-B647-BB2D-724BEA5516C3}"/>
              </a:ext>
            </a:extLst>
          </p:cNvPr>
          <p:cNvSpPr/>
          <p:nvPr/>
        </p:nvSpPr>
        <p:spPr>
          <a:xfrm flipH="1">
            <a:off x="10361691" y="4123250"/>
            <a:ext cx="208052" cy="208052"/>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black"/>
              </a:solidFill>
              <a:effectLst/>
              <a:uLnTx/>
              <a:uFillTx/>
              <a:cs typeface="+mn-ea"/>
              <a:sym typeface="+mn-lt"/>
            </a:endParaRPr>
          </a:p>
        </p:txBody>
      </p:sp>
      <p:cxnSp>
        <p:nvCxnSpPr>
          <p:cNvPr id="9" name="直线连接符 8">
            <a:extLst>
              <a:ext uri="{FF2B5EF4-FFF2-40B4-BE49-F238E27FC236}">
                <a16:creationId xmlns:a16="http://schemas.microsoft.com/office/drawing/2014/main" id="{03F90DB6-EF95-A94E-B950-15C2FFD695E1}"/>
              </a:ext>
            </a:extLst>
          </p:cNvPr>
          <p:cNvCxnSpPr>
            <a:cxnSpLocks/>
          </p:cNvCxnSpPr>
          <p:nvPr/>
        </p:nvCxnSpPr>
        <p:spPr>
          <a:xfrm>
            <a:off x="1714891" y="3462407"/>
            <a:ext cx="36620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圆角矩形 9">
            <a:extLst>
              <a:ext uri="{FF2B5EF4-FFF2-40B4-BE49-F238E27FC236}">
                <a16:creationId xmlns:a16="http://schemas.microsoft.com/office/drawing/2014/main" id="{7E43EA85-2B8B-3346-AF16-D0F2109F032B}"/>
              </a:ext>
            </a:extLst>
          </p:cNvPr>
          <p:cNvSpPr/>
          <p:nvPr/>
        </p:nvSpPr>
        <p:spPr>
          <a:xfrm>
            <a:off x="9060621" y="1752538"/>
            <a:ext cx="397329" cy="397329"/>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11" name="圆角矩形 10">
            <a:extLst>
              <a:ext uri="{FF2B5EF4-FFF2-40B4-BE49-F238E27FC236}">
                <a16:creationId xmlns:a16="http://schemas.microsoft.com/office/drawing/2014/main" id="{AD1D2417-1B73-F541-AFC3-687CB0DD43F9}"/>
              </a:ext>
            </a:extLst>
          </p:cNvPr>
          <p:cNvSpPr/>
          <p:nvPr/>
        </p:nvSpPr>
        <p:spPr>
          <a:xfrm>
            <a:off x="9527960" y="2435099"/>
            <a:ext cx="209070" cy="20907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cxnSp>
        <p:nvCxnSpPr>
          <p:cNvPr id="13" name="直线连接符 12">
            <a:extLst>
              <a:ext uri="{FF2B5EF4-FFF2-40B4-BE49-F238E27FC236}">
                <a16:creationId xmlns:a16="http://schemas.microsoft.com/office/drawing/2014/main" id="{EFD419CE-37D8-2447-A0B1-C66323F3A2E3}"/>
              </a:ext>
            </a:extLst>
          </p:cNvPr>
          <p:cNvCxnSpPr>
            <a:cxnSpLocks/>
          </p:cNvCxnSpPr>
          <p:nvPr/>
        </p:nvCxnSpPr>
        <p:spPr>
          <a:xfrm>
            <a:off x="7016366" y="4227276"/>
            <a:ext cx="339777" cy="0"/>
          </a:xfrm>
          <a:prstGeom prst="line">
            <a:avLst/>
          </a:prstGeom>
          <a:ln w="44450" cap="rnd">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8C2E2C5B-FFC3-454B-BC44-DC86A645DCC5}"/>
              </a:ext>
            </a:extLst>
          </p:cNvPr>
          <p:cNvSpPr txBox="1"/>
          <p:nvPr/>
        </p:nvSpPr>
        <p:spPr>
          <a:xfrm>
            <a:off x="3653603" y="3052734"/>
            <a:ext cx="1832553" cy="369332"/>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44546A"/>
                </a:solidFill>
                <a:effectLst/>
                <a:uLnTx/>
                <a:uFillTx/>
                <a:cs typeface="+mn-ea"/>
                <a:sym typeface="+mn-lt"/>
              </a:rPr>
              <a:t>2021-12</a:t>
            </a:r>
            <a:r>
              <a:rPr kumimoji="1" lang="zh-CN" altLang="en-US" sz="1800" b="0" i="0" u="none" strike="noStrike" kern="1200" cap="none" spc="0" normalizeH="0" baseline="0" noProof="0" dirty="0">
                <a:ln>
                  <a:noFill/>
                </a:ln>
                <a:solidFill>
                  <a:srgbClr val="44546A"/>
                </a:solidFill>
                <a:effectLst/>
                <a:uLnTx/>
                <a:uFillTx/>
                <a:cs typeface="+mn-ea"/>
                <a:sym typeface="+mn-lt"/>
              </a:rPr>
              <a:t> </a:t>
            </a:r>
            <a:r>
              <a:rPr kumimoji="1" lang="en-US" altLang="zh-CN" dirty="0">
                <a:solidFill>
                  <a:srgbClr val="44546A"/>
                </a:solidFill>
                <a:cs typeface="+mn-ea"/>
                <a:sym typeface="+mn-lt"/>
              </a:rPr>
              <a:t>Thank</a:t>
            </a:r>
            <a:endParaRPr kumimoji="1" lang="zh-CN" altLang="en-US" sz="1800" b="0" i="0" u="none" strike="noStrike" kern="1200" cap="none" spc="0" normalizeH="0" baseline="0" noProof="0" dirty="0">
              <a:ln>
                <a:noFill/>
              </a:ln>
              <a:solidFill>
                <a:srgbClr val="44546A"/>
              </a:solidFill>
              <a:effectLst/>
              <a:uLnTx/>
              <a:uFillTx/>
              <a:cs typeface="+mn-ea"/>
              <a:sym typeface="+mn-lt"/>
            </a:endParaRPr>
          </a:p>
        </p:txBody>
      </p:sp>
      <p:sp>
        <p:nvSpPr>
          <p:cNvPr id="20" name="文本框 19">
            <a:extLst>
              <a:ext uri="{FF2B5EF4-FFF2-40B4-BE49-F238E27FC236}">
                <a16:creationId xmlns:a16="http://schemas.microsoft.com/office/drawing/2014/main" id="{1D2F8C82-91F0-5946-84A6-E0C5D277D461}"/>
              </a:ext>
            </a:extLst>
          </p:cNvPr>
          <p:cNvSpPr txBox="1"/>
          <p:nvPr/>
        </p:nvSpPr>
        <p:spPr>
          <a:xfrm>
            <a:off x="1756409" y="3537651"/>
            <a:ext cx="3729747" cy="4001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zh-CN" sz="2000" dirty="0">
                <a:solidFill>
                  <a:srgbClr val="44546A"/>
                </a:solidFill>
                <a:cs typeface="+mn-ea"/>
                <a:sym typeface="+mn-lt"/>
              </a:rPr>
              <a:t>Happy</a:t>
            </a:r>
            <a:r>
              <a:rPr kumimoji="1" lang="zh-CN" altLang="en-US" sz="2000" dirty="0">
                <a:solidFill>
                  <a:srgbClr val="44546A"/>
                </a:solidFill>
                <a:cs typeface="+mn-ea"/>
                <a:sym typeface="+mn-lt"/>
              </a:rPr>
              <a:t>小组</a:t>
            </a:r>
            <a:endParaRPr kumimoji="1" lang="zh-CN" altLang="en-US" sz="2000" b="0" i="0" u="none" strike="noStrike" kern="1200" cap="none" spc="0" normalizeH="0" baseline="0" noProof="0" dirty="0">
              <a:ln>
                <a:noFill/>
              </a:ln>
              <a:solidFill>
                <a:srgbClr val="44546A"/>
              </a:solidFill>
              <a:effectLst/>
              <a:uLnTx/>
              <a:uFillTx/>
              <a:cs typeface="+mn-ea"/>
              <a:sym typeface="+mn-lt"/>
            </a:endParaRPr>
          </a:p>
        </p:txBody>
      </p:sp>
      <p:sp>
        <p:nvSpPr>
          <p:cNvPr id="22" name="圆角矩形 21">
            <a:extLst>
              <a:ext uri="{FF2B5EF4-FFF2-40B4-BE49-F238E27FC236}">
                <a16:creationId xmlns:a16="http://schemas.microsoft.com/office/drawing/2014/main" id="{168A35F6-CA46-EB4C-8E2D-BC25192CCD76}"/>
              </a:ext>
            </a:extLst>
          </p:cNvPr>
          <p:cNvSpPr/>
          <p:nvPr/>
        </p:nvSpPr>
        <p:spPr>
          <a:xfrm>
            <a:off x="6255843" y="4972111"/>
            <a:ext cx="209070" cy="209070"/>
          </a:xfrm>
          <a:prstGeom prst="flowChartConnector">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Tree>
    <p:extLst>
      <p:ext uri="{BB962C8B-B14F-4D97-AF65-F5344CB8AC3E}">
        <p14:creationId xmlns:p14="http://schemas.microsoft.com/office/powerpoint/2010/main" val="2653396013"/>
      </p:ext>
    </p:extLst>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heckerboard(across)">
                                      <p:cBhvr>
                                        <p:cTn id="10" dur="500"/>
                                        <p:tgtEl>
                                          <p:spTgt spid="5"/>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heckerboard(across)">
                                      <p:cBhvr>
                                        <p:cTn id="13" dur="500"/>
                                        <p:tgtEl>
                                          <p:spTgt spid="6"/>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checkerboard(across)">
                                      <p:cBhvr>
                                        <p:cTn id="16" dur="500"/>
                                        <p:tgtEl>
                                          <p:spTgt spid="10"/>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checkerboard(across)">
                                      <p:cBhvr>
                                        <p:cTn id="19" dur="500"/>
                                        <p:tgtEl>
                                          <p:spTgt spid="11"/>
                                        </p:tgtEl>
                                      </p:cBhvr>
                                    </p:animEffect>
                                  </p:childTnLst>
                                </p:cTn>
                              </p:par>
                              <p:par>
                                <p:cTn id="20" presetID="5" presetClass="entr" presetSubtype="1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checkerboard(across)">
                                      <p:cBhvr>
                                        <p:cTn id="22" dur="500"/>
                                        <p:tgtEl>
                                          <p:spTgt spid="13"/>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checkerboard(across)">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dissolve">
                                      <p:cBhvr>
                                        <p:cTn id="30" dur="500"/>
                                        <p:tgtEl>
                                          <p:spTgt spid="3"/>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dissolve">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blinds(horizontal)">
                                      <p:cBhvr>
                                        <p:cTn id="38" dur="500"/>
                                        <p:tgtEl>
                                          <p:spTgt spid="9"/>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blinds(horizontal)">
                                      <p:cBhvr>
                                        <p:cTn id="41" dur="500"/>
                                        <p:tgtEl>
                                          <p:spTgt spid="15"/>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blinds(horizontal)">
                                      <p:cBhvr>
                                        <p:cTn id="4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P spid="6" grpId="0" animBg="1"/>
      <p:bldP spid="10" grpId="0" animBg="1"/>
      <p:bldP spid="11" grpId="0" animBg="1"/>
      <p:bldP spid="15" grpId="0"/>
      <p:bldP spid="20" grpId="0"/>
      <p:bldP spid="22" grpId="0" animBg="1"/>
    </p:bldLst>
  </p:timing>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bfxqyqh">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981</TotalTime>
  <Words>720</Words>
  <Application>Microsoft Office PowerPoint</Application>
  <PresentationFormat>宽屏</PresentationFormat>
  <Paragraphs>155</Paragraphs>
  <Slides>22</Slides>
  <Notes>22</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22</vt:i4>
      </vt:variant>
    </vt:vector>
  </HeadingPairs>
  <TitlesOfParts>
    <vt:vector size="30" baseType="lpstr">
      <vt:lpstr>DengXian</vt:lpstr>
      <vt:lpstr>DengXian</vt:lpstr>
      <vt:lpstr>方正细谭黑简体</vt:lpstr>
      <vt:lpstr>微软雅黑</vt:lpstr>
      <vt:lpstr>Arial</vt:lpstr>
      <vt:lpstr>Calibri</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极简工作总结计划</dc:title>
  <dc:creator>第一PPT</dc:creator>
  <cp:keywords>www.1ppt.com</cp:keywords>
  <dc:description>www.1ppt.com</dc:description>
  <cp:lastModifiedBy>7 G</cp:lastModifiedBy>
  <cp:revision>24</cp:revision>
  <dcterms:created xsi:type="dcterms:W3CDTF">2021-07-16T05:29:27Z</dcterms:created>
  <dcterms:modified xsi:type="dcterms:W3CDTF">2021-12-28T00:58:06Z</dcterms:modified>
</cp:coreProperties>
</file>